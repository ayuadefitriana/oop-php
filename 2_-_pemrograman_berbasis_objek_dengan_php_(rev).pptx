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embedTrueTypeFonts="1" saveSubsetFonts="1" strictFirstAndLastChars="0">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type="screen16x9" cy="6858000" cx="12192000"/>
  <p:notesSz cx="6858000" cy="9144000"/>
  <p:embeddedFontLst>
    <p:embeddedFont>
      <p:font typeface="Fira Sans"/>
      <p:regular r:id="rId29"/>
      <p:bold r:id="rId30"/>
      <p:italic r:id="rId31"/>
      <p:boldItalic r:id="rId32"/>
    </p:embeddedFont>
  </p:embeddedFontLst>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a:tblStyle styleId="{9A73095A-A32D-4FB4-BC7F-51B60745551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fill>
          <a:solidFill>
            <a:srgbClr val="CDD4EA"/>
          </a:solidFill>
        </a:fill>
      </a:tcStyle>
    </a:band1H>
    <a:band2H>
      <a:tcTxStyle b="off" i="off"/>
      <a:tcStyle>
        <a:fill>
          <a:solidFill>
            <a:srgbClr val="CDD4EA"/>
          </a:solidFill>
        </a:fill>
      </a:tcStyle>
    </a:band2H>
    <a:band1V>
      <a:tcTxStyle b="off" i="off"/>
      <a:tcStyle>
        <a:fill>
          <a:solidFill>
            <a:srgbClr val="CDD4EA"/>
          </a:solidFill>
        </a:fill>
      </a:tcStyle>
    </a:band1V>
    <a:band2V>
      <a:tcTxStyle b="off" i="off"/>
      <a:tcStyle>
        <a:fill>
          <a:solidFill>
            <a:srgbClr val="CDD4EA"/>
          </a:solidFill>
        </a:fill>
      </a:tc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op>
            <a:ln w="38100" cap="flat" cmpd="sng">
              <a:solidFill>
                <a:schemeClr val="lt1"/>
              </a:solidFill>
              <a:prstDash val="solid"/>
              <a:round/>
              <a:headEnd type="none" w="sm" len="sm"/>
              <a:tailEnd type="none" w="sm" len="sm"/>
            </a:ln>
          </a:top>
        </a:tcBdr>
        <a:fill>
          <a:solidFill>
            <a:schemeClr val="accent1"/>
          </a:solidFill>
        </a:fill>
      </a:tcStyle>
    </a:seCell>
    <a:swCell>
      <a:tcTxStyle b="off" i="off"/>
      <a:tcStyle>
        <a:tcBdr>
          <a:top>
            <a:ln w="38100" cap="flat" cmpd="sng">
              <a:solidFill>
                <a:schemeClr val="lt1"/>
              </a:solidFill>
              <a:prstDash val="solid"/>
              <a:round/>
              <a:headEnd type="none" w="sm" len="sm"/>
              <a:tailEnd type="none" w="sm" len="sm"/>
            </a:ln>
          </a:top>
        </a:tcBdr>
        <a:fill>
          <a:solidFill>
            <a:schemeClr val="accent1"/>
          </a:solidFill>
        </a:fill>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bottom>
            <a:ln w="38100" cap="flat" cmpd="sng">
              <a:solidFill>
                <a:schemeClr val="lt1"/>
              </a:solidFill>
              <a:prstDash val="solid"/>
              <a:round/>
              <a:headEnd type="none" w="sm" len="sm"/>
              <a:tailEnd type="none" w="sm" len="sm"/>
            </a:ln>
          </a:bottom>
        </a:tcBdr>
        <a:fill>
          <a:solidFill>
            <a:schemeClr val="accent1"/>
          </a:solidFill>
        </a:fill>
      </a:tcStyle>
    </a:neCell>
    <a:nwCell>
      <a:tcTxStyle b="off" i="off"/>
      <a:tcStyle>
        <a:tcBdr>
          <a:bottom>
            <a:ln w="38100" cap="flat" cmpd="sng">
              <a:solidFill>
                <a:schemeClr val="lt1"/>
              </a:solidFill>
              <a:prstDash val="solid"/>
              <a:round/>
              <a:headEnd type="none" w="sm" len="sm"/>
              <a:tailEnd type="none" w="sm" len="sm"/>
            </a:ln>
          </a:bottom>
        </a:tcBdr>
        <a:fill>
          <a:solidFill>
            <a:schemeClr val="accent1"/>
          </a:solidFill>
        </a:fill>
      </a:tcStyle>
    </a:nwCell>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5987" autoAdjust="0"/>
    <p:restoredTop sz="94660"/>
  </p:normalViewPr>
  <p:slideViewPr>
    <p:cSldViewPr>
      <p:cViewPr varScale="1">
        <p:scale>
          <a:sx n="116" d="100"/>
          <a:sy n="116" d="100"/>
        </p:scale>
        <p:origin x="1446" y="10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font" Target="fonts/font1.fntdata"/><Relationship Id="rId30" Type="http://schemas.openxmlformats.org/officeDocument/2006/relationships/font" Target="fonts/font2.fntdata"/><Relationship Id="rId31" Type="http://schemas.openxmlformats.org/officeDocument/2006/relationships/font" Target="fonts/font3.fntdata"/><Relationship Id="rId32" Type="http://schemas.openxmlformats.org/officeDocument/2006/relationships/font" Target="fonts/font4.fntdata"/><Relationship Id="rId33" Type="http://schemas.openxmlformats.org/officeDocument/2006/relationships/tableStyles" Target="tableStyles.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p:bgPr>
    </p:bg>
    <p:spTree>
      <p:nvGrpSpPr>
        <p:cNvPr id="130" name="Shape 2"/>
        <p:cNvGrpSpPr/>
        <p:nvPr/>
      </p:nvGrpSpPr>
      <p:grpSpPr>
        <a:xfrm>
          <a:off x="0" y="0"/>
          <a:ext cx="0" cy="0"/>
          <a:chOff x="0" y="0"/>
          <a:chExt cx="0" cy="0"/>
        </a:xfrm>
      </p:grpSpPr>
      <p:sp>
        <p:nvSpPr>
          <p:cNvPr id="1048759" name="Google Shape;3;n"/>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760" name="Google Shape;4;n"/>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lstStyle>
            <a:lvl1pPr algn="l" indent="-298450" lvl="0" marL="457200" marR="0" rtl="0">
              <a:lnSpc>
                <a:spcPct val="100000"/>
              </a:lnSpc>
              <a:spcBef>
                <a:spcPts val="0"/>
              </a:spcBef>
              <a:spcAft>
                <a:spcPts val="0"/>
              </a:spcAft>
              <a:buClr>
                <a:srgbClr val="000000"/>
              </a:buClr>
              <a:buSzPts val="1100"/>
              <a:buFont typeface="Arial"/>
              <a:buChar char="●"/>
              <a:defRPr b="0" cap="none" sz="1100" i="0" strike="noStrike" u="none">
                <a:solidFill>
                  <a:srgbClr val="000000"/>
                </a:solidFill>
                <a:latin typeface="Arial"/>
                <a:ea typeface="Arial"/>
                <a:cs typeface="Arial"/>
                <a:sym typeface="Arial"/>
              </a:defRPr>
            </a:lvl1pPr>
            <a:lvl2pPr algn="l" indent="-298450" lvl="1" marL="914400" marR="0" rtl="0">
              <a:lnSpc>
                <a:spcPct val="100000"/>
              </a:lnSpc>
              <a:spcBef>
                <a:spcPts val="0"/>
              </a:spcBef>
              <a:spcAft>
                <a:spcPts val="0"/>
              </a:spcAft>
              <a:buClr>
                <a:srgbClr val="000000"/>
              </a:buClr>
              <a:buSzPts val="1100"/>
              <a:buFont typeface="Arial"/>
              <a:buChar char="○"/>
              <a:defRPr b="0" cap="none" sz="1100" i="0" strike="noStrike" u="none">
                <a:solidFill>
                  <a:srgbClr val="000000"/>
                </a:solidFill>
                <a:latin typeface="Arial"/>
                <a:ea typeface="Arial"/>
                <a:cs typeface="Arial"/>
                <a:sym typeface="Arial"/>
              </a:defRPr>
            </a:lvl2pPr>
            <a:lvl3pPr algn="l" indent="-298450" lvl="2" marL="1371600" marR="0" rtl="0">
              <a:lnSpc>
                <a:spcPct val="100000"/>
              </a:lnSpc>
              <a:spcBef>
                <a:spcPts val="0"/>
              </a:spcBef>
              <a:spcAft>
                <a:spcPts val="0"/>
              </a:spcAft>
              <a:buClr>
                <a:srgbClr val="000000"/>
              </a:buClr>
              <a:buSzPts val="1100"/>
              <a:buFont typeface="Arial"/>
              <a:buChar char="■"/>
              <a:defRPr b="0" cap="none" sz="1100" i="0" strike="noStrike" u="none">
                <a:solidFill>
                  <a:srgbClr val="000000"/>
                </a:solidFill>
                <a:latin typeface="Arial"/>
                <a:ea typeface="Arial"/>
                <a:cs typeface="Arial"/>
                <a:sym typeface="Arial"/>
              </a:defRPr>
            </a:lvl3pPr>
            <a:lvl4pPr algn="l" indent="-298450" lvl="3" marL="1828800" marR="0" rtl="0">
              <a:lnSpc>
                <a:spcPct val="100000"/>
              </a:lnSpc>
              <a:spcBef>
                <a:spcPts val="0"/>
              </a:spcBef>
              <a:spcAft>
                <a:spcPts val="0"/>
              </a:spcAft>
              <a:buClr>
                <a:srgbClr val="000000"/>
              </a:buClr>
              <a:buSzPts val="1100"/>
              <a:buFont typeface="Arial"/>
              <a:buChar char="●"/>
              <a:defRPr b="0" cap="none" sz="1100" i="0" strike="noStrike" u="none">
                <a:solidFill>
                  <a:srgbClr val="000000"/>
                </a:solidFill>
                <a:latin typeface="Arial"/>
                <a:ea typeface="Arial"/>
                <a:cs typeface="Arial"/>
                <a:sym typeface="Arial"/>
              </a:defRPr>
            </a:lvl4pPr>
            <a:lvl5pPr algn="l" indent="-298450" lvl="4" marL="2286000" marR="0" rtl="0">
              <a:lnSpc>
                <a:spcPct val="100000"/>
              </a:lnSpc>
              <a:spcBef>
                <a:spcPts val="0"/>
              </a:spcBef>
              <a:spcAft>
                <a:spcPts val="0"/>
              </a:spcAft>
              <a:buClr>
                <a:srgbClr val="000000"/>
              </a:buClr>
              <a:buSzPts val="1100"/>
              <a:buFont typeface="Arial"/>
              <a:buChar char="○"/>
              <a:defRPr b="0" cap="none" sz="1100" i="0" strike="noStrike" u="none">
                <a:solidFill>
                  <a:srgbClr val="000000"/>
                </a:solidFill>
                <a:latin typeface="Arial"/>
                <a:ea typeface="Arial"/>
                <a:cs typeface="Arial"/>
                <a:sym typeface="Arial"/>
              </a:defRPr>
            </a:lvl5pPr>
            <a:lvl6pPr algn="l" indent="-298450" lvl="5" marL="2743200" marR="0" rtl="0">
              <a:lnSpc>
                <a:spcPct val="100000"/>
              </a:lnSpc>
              <a:spcBef>
                <a:spcPts val="0"/>
              </a:spcBef>
              <a:spcAft>
                <a:spcPts val="0"/>
              </a:spcAft>
              <a:buClr>
                <a:srgbClr val="000000"/>
              </a:buClr>
              <a:buSzPts val="1100"/>
              <a:buFont typeface="Arial"/>
              <a:buChar char="■"/>
              <a:defRPr b="0" cap="none" sz="1100" i="0" strike="noStrike" u="none">
                <a:solidFill>
                  <a:srgbClr val="000000"/>
                </a:solidFill>
                <a:latin typeface="Arial"/>
                <a:ea typeface="Arial"/>
                <a:cs typeface="Arial"/>
                <a:sym typeface="Arial"/>
              </a:defRPr>
            </a:lvl6pPr>
            <a:lvl7pPr algn="l" indent="-298450" lvl="6" marL="3200400" marR="0" rtl="0">
              <a:lnSpc>
                <a:spcPct val="100000"/>
              </a:lnSpc>
              <a:spcBef>
                <a:spcPts val="0"/>
              </a:spcBef>
              <a:spcAft>
                <a:spcPts val="0"/>
              </a:spcAft>
              <a:buClr>
                <a:srgbClr val="000000"/>
              </a:buClr>
              <a:buSzPts val="1100"/>
              <a:buFont typeface="Arial"/>
              <a:buChar char="●"/>
              <a:defRPr b="0" cap="none" sz="1100" i="0" strike="noStrike" u="none">
                <a:solidFill>
                  <a:srgbClr val="000000"/>
                </a:solidFill>
                <a:latin typeface="Arial"/>
                <a:ea typeface="Arial"/>
                <a:cs typeface="Arial"/>
                <a:sym typeface="Arial"/>
              </a:defRPr>
            </a:lvl7pPr>
            <a:lvl8pPr algn="l" indent="-298450" lvl="7" marL="3657600" marR="0" rtl="0">
              <a:lnSpc>
                <a:spcPct val="100000"/>
              </a:lnSpc>
              <a:spcBef>
                <a:spcPts val="0"/>
              </a:spcBef>
              <a:spcAft>
                <a:spcPts val="0"/>
              </a:spcAft>
              <a:buClr>
                <a:srgbClr val="000000"/>
              </a:buClr>
              <a:buSzPts val="1100"/>
              <a:buFont typeface="Arial"/>
              <a:buChar char="○"/>
              <a:defRPr b="0" cap="none" sz="1100" i="0" strike="noStrike" u="none">
                <a:solidFill>
                  <a:srgbClr val="000000"/>
                </a:solidFill>
                <a:latin typeface="Arial"/>
                <a:ea typeface="Arial"/>
                <a:cs typeface="Arial"/>
                <a:sym typeface="Arial"/>
              </a:defRPr>
            </a:lvl8pPr>
            <a:lvl9pPr algn="l" indent="-298450" lvl="8" marL="4114800" marR="0" rtl="0">
              <a:lnSpc>
                <a:spcPct val="100000"/>
              </a:lnSpc>
              <a:spcBef>
                <a:spcPts val="0"/>
              </a:spcBef>
              <a:spcAft>
                <a:spcPts val="0"/>
              </a:spcAft>
              <a:buClr>
                <a:srgbClr val="000000"/>
              </a:buClr>
              <a:buSzPts val="1100"/>
              <a:buFont typeface="Arial"/>
              <a:buChar char="■"/>
              <a:defRPr b="0" cap="none" sz="1100" i="0" strike="noStrike" u="non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hlink="hlink" folHlink="folHlink"/>
  <p:notes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 name="Shape 82"/>
        <p:cNvGrpSpPr/>
        <p:nvPr/>
      </p:nvGrpSpPr>
      <p:grpSpPr>
        <a:xfrm>
          <a:off x="0" y="0"/>
          <a:ext cx="0" cy="0"/>
          <a:chOff x="0" y="0"/>
          <a:chExt cx="0" cy="0"/>
        </a:xfrm>
      </p:grpSpPr>
      <p:sp>
        <p:nvSpPr>
          <p:cNvPr id="1048587" name="Google Shape;83;p1: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100"/>
              <a:buNone/>
            </a:pPr>
            <a:r>
              <a:t/>
            </a:r>
          </a:p>
        </p:txBody>
      </p:sp>
      <p:sp>
        <p:nvSpPr>
          <p:cNvPr id="1048588" name="Google Shape;84;p1: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 name="Shape 88"/>
        <p:cNvGrpSpPr/>
        <p:nvPr/>
      </p:nvGrpSpPr>
      <p:grpSpPr>
        <a:xfrm>
          <a:off x="0" y="0"/>
          <a:ext cx="0" cy="0"/>
          <a:chOff x="0" y="0"/>
          <a:chExt cx="0" cy="0"/>
        </a:xfrm>
      </p:grpSpPr>
      <p:sp>
        <p:nvSpPr>
          <p:cNvPr id="1048596" name="Google Shape;89;p2: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100"/>
              <a:buNone/>
            </a:pPr>
            <a:r>
              <a:t/>
            </a:r>
          </a:p>
        </p:txBody>
      </p:sp>
      <p:sp>
        <p:nvSpPr>
          <p:cNvPr id="1048597" name="Google Shape;90;p2:notes"/>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 name="Shape 95"/>
        <p:cNvGrpSpPr/>
        <p:nvPr/>
      </p:nvGrpSpPr>
      <p:grpSpPr>
        <a:xfrm>
          <a:off x="0" y="0"/>
          <a:ext cx="0" cy="0"/>
          <a:chOff x="0" y="0"/>
          <a:chExt cx="0" cy="0"/>
        </a:xfrm>
      </p:grpSpPr>
      <p:sp>
        <p:nvSpPr>
          <p:cNvPr id="1048601" name="Google Shape;96;p3: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100"/>
              <a:buNone/>
            </a:pPr>
            <a:r>
              <a:t/>
            </a:r>
          </a:p>
        </p:txBody>
      </p:sp>
      <p:sp>
        <p:nvSpPr>
          <p:cNvPr id="1048602" name="Google Shape;97;p3: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 name="Shape 103"/>
        <p:cNvGrpSpPr/>
        <p:nvPr/>
      </p:nvGrpSpPr>
      <p:grpSpPr>
        <a:xfrm>
          <a:off x="0" y="0"/>
          <a:ext cx="0" cy="0"/>
          <a:chOff x="0" y="0"/>
          <a:chExt cx="0" cy="0"/>
        </a:xfrm>
      </p:grpSpPr>
      <p:sp>
        <p:nvSpPr>
          <p:cNvPr id="1048605" name="Google Shape;104;p4: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100"/>
              <a:buNone/>
            </a:pPr>
            <a:r>
              <a:t/>
            </a:r>
          </a:p>
        </p:txBody>
      </p:sp>
      <p:sp>
        <p:nvSpPr>
          <p:cNvPr id="1048606" name="Google Shape;105;p4:notes"/>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 name="Shape 110"/>
        <p:cNvGrpSpPr/>
        <p:nvPr/>
      </p:nvGrpSpPr>
      <p:grpSpPr>
        <a:xfrm>
          <a:off x="0" y="0"/>
          <a:ext cx="0" cy="0"/>
          <a:chOff x="0" y="0"/>
          <a:chExt cx="0" cy="0"/>
        </a:xfrm>
      </p:grpSpPr>
      <p:sp>
        <p:nvSpPr>
          <p:cNvPr id="1048610" name="Google Shape;111;p5: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100"/>
              <a:buNone/>
            </a:pPr>
            <a:r>
              <a:t/>
            </a:r>
          </a:p>
        </p:txBody>
      </p:sp>
      <p:sp>
        <p:nvSpPr>
          <p:cNvPr id="1048611" name="Google Shape;112;p5:notes"/>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 name="Shape 119"/>
        <p:cNvGrpSpPr/>
        <p:nvPr/>
      </p:nvGrpSpPr>
      <p:grpSpPr>
        <a:xfrm>
          <a:off x="0" y="0"/>
          <a:ext cx="0" cy="0"/>
          <a:chOff x="0" y="0"/>
          <a:chExt cx="0" cy="0"/>
        </a:xfrm>
      </p:grpSpPr>
      <p:sp>
        <p:nvSpPr>
          <p:cNvPr id="1048614" name="Google Shape;120;p6: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100"/>
              <a:buNone/>
            </a:pPr>
            <a:r>
              <a:t/>
            </a:r>
          </a:p>
        </p:txBody>
      </p:sp>
      <p:sp>
        <p:nvSpPr>
          <p:cNvPr id="1048615" name="Google Shape;121;p6:notes"/>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3" name="Shape 126"/>
        <p:cNvGrpSpPr/>
        <p:nvPr/>
      </p:nvGrpSpPr>
      <p:grpSpPr>
        <a:xfrm>
          <a:off x="0" y="0"/>
          <a:ext cx="0" cy="0"/>
          <a:chOff x="0" y="0"/>
          <a:chExt cx="0" cy="0"/>
        </a:xfrm>
      </p:grpSpPr>
      <p:sp>
        <p:nvSpPr>
          <p:cNvPr id="1048623" name="Google Shape;127;p7: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100"/>
              <a:buNone/>
            </a:pPr>
            <a:r>
              <a:t/>
            </a:r>
          </a:p>
        </p:txBody>
      </p:sp>
      <p:sp>
        <p:nvSpPr>
          <p:cNvPr id="1048624" name="Google Shape;128;p7:notes"/>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 name="Shape 140"/>
        <p:cNvGrpSpPr/>
        <p:nvPr/>
      </p:nvGrpSpPr>
      <p:grpSpPr>
        <a:xfrm>
          <a:off x="0" y="0"/>
          <a:ext cx="0" cy="0"/>
          <a:chOff x="0" y="0"/>
          <a:chExt cx="0" cy="0"/>
        </a:xfrm>
      </p:grpSpPr>
      <p:sp>
        <p:nvSpPr>
          <p:cNvPr id="1048627" name="Google Shape;141;p30: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28" name="Google Shape;142;p30: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 name="Shape 148"/>
        <p:cNvGrpSpPr/>
        <p:nvPr/>
      </p:nvGrpSpPr>
      <p:grpSpPr>
        <a:xfrm>
          <a:off x="0" y="0"/>
          <a:ext cx="0" cy="0"/>
          <a:chOff x="0" y="0"/>
          <a:chExt cx="0" cy="0"/>
        </a:xfrm>
      </p:grpSpPr>
      <p:sp>
        <p:nvSpPr>
          <p:cNvPr id="1048635" name="Google Shape;149;p8: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100"/>
              <a:buNone/>
            </a:pPr>
            <a:r>
              <a:t/>
            </a:r>
          </a:p>
        </p:txBody>
      </p:sp>
      <p:sp>
        <p:nvSpPr>
          <p:cNvPr id="1048636" name="Google Shape;150;p8:notes"/>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 name="Shape 160"/>
        <p:cNvGrpSpPr/>
        <p:nvPr/>
      </p:nvGrpSpPr>
      <p:grpSpPr>
        <a:xfrm>
          <a:off x="0" y="0"/>
          <a:ext cx="0" cy="0"/>
          <a:chOff x="0" y="0"/>
          <a:chExt cx="0" cy="0"/>
        </a:xfrm>
      </p:grpSpPr>
      <p:sp>
        <p:nvSpPr>
          <p:cNvPr id="1048639" name="Google Shape;161;p9: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100"/>
              <a:buNone/>
            </a:pPr>
            <a:r>
              <a:t/>
            </a:r>
          </a:p>
        </p:txBody>
      </p:sp>
      <p:sp>
        <p:nvSpPr>
          <p:cNvPr id="1048640" name="Google Shape;162;p9:notes"/>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5" name="Shape 168"/>
        <p:cNvGrpSpPr/>
        <p:nvPr/>
      </p:nvGrpSpPr>
      <p:grpSpPr>
        <a:xfrm>
          <a:off x="0" y="0"/>
          <a:ext cx="0" cy="0"/>
          <a:chOff x="0" y="0"/>
          <a:chExt cx="0" cy="0"/>
        </a:xfrm>
      </p:grpSpPr>
      <p:sp>
        <p:nvSpPr>
          <p:cNvPr id="1048643" name="Google Shape;169;p31: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44" name="Google Shape;170;p31: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 name="Shape 176"/>
        <p:cNvGrpSpPr/>
        <p:nvPr/>
      </p:nvGrpSpPr>
      <p:grpSpPr>
        <a:xfrm>
          <a:off x="0" y="0"/>
          <a:ext cx="0" cy="0"/>
          <a:chOff x="0" y="0"/>
          <a:chExt cx="0" cy="0"/>
        </a:xfrm>
      </p:grpSpPr>
      <p:sp>
        <p:nvSpPr>
          <p:cNvPr id="1048647" name="Google Shape;177;p10: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100"/>
              <a:buNone/>
            </a:pPr>
            <a:r>
              <a:t/>
            </a:r>
          </a:p>
        </p:txBody>
      </p:sp>
      <p:sp>
        <p:nvSpPr>
          <p:cNvPr id="1048648" name="Google Shape;178;p10: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81" name="Shape 183"/>
        <p:cNvGrpSpPr/>
        <p:nvPr/>
      </p:nvGrpSpPr>
      <p:grpSpPr>
        <a:xfrm>
          <a:off x="0" y="0"/>
          <a:ext cx="0" cy="0"/>
          <a:chOff x="0" y="0"/>
          <a:chExt cx="0" cy="0"/>
        </a:xfrm>
      </p:grpSpPr>
      <p:sp>
        <p:nvSpPr>
          <p:cNvPr id="1048651" name="Google Shape;184;p11: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100"/>
              <a:buNone/>
            </a:pPr>
            <a:r>
              <a:t/>
            </a:r>
          </a:p>
        </p:txBody>
      </p:sp>
      <p:sp>
        <p:nvSpPr>
          <p:cNvPr id="1048652" name="Google Shape;185;p11:notes"/>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194"/>
        <p:cNvGrpSpPr/>
        <p:nvPr/>
      </p:nvGrpSpPr>
      <p:grpSpPr>
        <a:xfrm>
          <a:off x="0" y="0"/>
          <a:ext cx="0" cy="0"/>
          <a:chOff x="0" y="0"/>
          <a:chExt cx="0" cy="0"/>
        </a:xfrm>
      </p:grpSpPr>
      <p:sp>
        <p:nvSpPr>
          <p:cNvPr id="1048655" name="Google Shape;195;p12: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100"/>
              <a:buNone/>
            </a:pPr>
            <a:r>
              <a:t/>
            </a:r>
          </a:p>
        </p:txBody>
      </p:sp>
      <p:sp>
        <p:nvSpPr>
          <p:cNvPr id="1048656" name="Google Shape;196;p12:notes"/>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87" name="Shape 202"/>
        <p:cNvGrpSpPr/>
        <p:nvPr/>
      </p:nvGrpSpPr>
      <p:grpSpPr>
        <a:xfrm>
          <a:off x="0" y="0"/>
          <a:ext cx="0" cy="0"/>
          <a:chOff x="0" y="0"/>
          <a:chExt cx="0" cy="0"/>
        </a:xfrm>
      </p:grpSpPr>
      <p:sp>
        <p:nvSpPr>
          <p:cNvPr id="1048659" name="Google Shape;203;p13: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100"/>
              <a:buNone/>
            </a:pPr>
            <a:r>
              <a:t/>
            </a:r>
          </a:p>
        </p:txBody>
      </p:sp>
      <p:sp>
        <p:nvSpPr>
          <p:cNvPr id="1048660" name="Google Shape;204;p13:notes"/>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0" name="Shape 210"/>
        <p:cNvGrpSpPr/>
        <p:nvPr/>
      </p:nvGrpSpPr>
      <p:grpSpPr>
        <a:xfrm>
          <a:off x="0" y="0"/>
          <a:ext cx="0" cy="0"/>
          <a:chOff x="0" y="0"/>
          <a:chExt cx="0" cy="0"/>
        </a:xfrm>
      </p:grpSpPr>
      <p:sp>
        <p:nvSpPr>
          <p:cNvPr id="1048663" name="Google Shape;211;p32: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64" name="Google Shape;212;p32: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93" name="Shape 217"/>
        <p:cNvGrpSpPr/>
        <p:nvPr/>
      </p:nvGrpSpPr>
      <p:grpSpPr>
        <a:xfrm>
          <a:off x="0" y="0"/>
          <a:ext cx="0" cy="0"/>
          <a:chOff x="0" y="0"/>
          <a:chExt cx="0" cy="0"/>
        </a:xfrm>
      </p:grpSpPr>
      <p:sp>
        <p:nvSpPr>
          <p:cNvPr id="1048667" name="Google Shape;218;p14: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100"/>
              <a:buNone/>
            </a:pPr>
            <a:r>
              <a:t/>
            </a:r>
          </a:p>
        </p:txBody>
      </p:sp>
      <p:sp>
        <p:nvSpPr>
          <p:cNvPr id="1048668" name="Google Shape;219;p14:notes"/>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225"/>
        <p:cNvGrpSpPr/>
        <p:nvPr/>
      </p:nvGrpSpPr>
      <p:grpSpPr>
        <a:xfrm>
          <a:off x="0" y="0"/>
          <a:ext cx="0" cy="0"/>
          <a:chOff x="0" y="0"/>
          <a:chExt cx="0" cy="0"/>
        </a:xfrm>
      </p:grpSpPr>
      <p:sp>
        <p:nvSpPr>
          <p:cNvPr id="1048673" name="Google Shape;226;p33: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74" name="Google Shape;227;p33: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 name="Shape 234"/>
        <p:cNvGrpSpPr/>
        <p:nvPr/>
      </p:nvGrpSpPr>
      <p:grpSpPr>
        <a:xfrm>
          <a:off x="0" y="0"/>
          <a:ext cx="0" cy="0"/>
          <a:chOff x="0" y="0"/>
          <a:chExt cx="0" cy="0"/>
        </a:xfrm>
      </p:grpSpPr>
      <p:sp>
        <p:nvSpPr>
          <p:cNvPr id="1048678" name="Google Shape;235;p34: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79" name="Google Shape;236;p34: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243"/>
        <p:cNvGrpSpPr/>
        <p:nvPr/>
      </p:nvGrpSpPr>
      <p:grpSpPr>
        <a:xfrm>
          <a:off x="0" y="0"/>
          <a:ext cx="0" cy="0"/>
          <a:chOff x="0" y="0"/>
          <a:chExt cx="0" cy="0"/>
        </a:xfrm>
      </p:grpSpPr>
      <p:sp>
        <p:nvSpPr>
          <p:cNvPr id="1048682" name="Google Shape;244;p16: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100"/>
              <a:buNone/>
            </a:pPr>
            <a:r>
              <a:t/>
            </a:r>
          </a:p>
        </p:txBody>
      </p:sp>
      <p:sp>
        <p:nvSpPr>
          <p:cNvPr id="1048683" name="Google Shape;245;p16:notes"/>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5" name="Shape 250"/>
        <p:cNvGrpSpPr/>
        <p:nvPr/>
      </p:nvGrpSpPr>
      <p:grpSpPr>
        <a:xfrm>
          <a:off x="0" y="0"/>
          <a:ext cx="0" cy="0"/>
          <a:chOff x="0" y="0"/>
          <a:chExt cx="0" cy="0"/>
        </a:xfrm>
      </p:grpSpPr>
      <p:sp>
        <p:nvSpPr>
          <p:cNvPr id="1048687" name="Google Shape;251;p35: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88" name="Google Shape;252;p35: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 name="Shape 258"/>
        <p:cNvGrpSpPr/>
        <p:nvPr/>
      </p:nvGrpSpPr>
      <p:grpSpPr>
        <a:xfrm>
          <a:off x="0" y="0"/>
          <a:ext cx="0" cy="0"/>
          <a:chOff x="0" y="0"/>
          <a:chExt cx="0" cy="0"/>
        </a:xfrm>
      </p:grpSpPr>
      <p:sp>
        <p:nvSpPr>
          <p:cNvPr id="1048691" name="Google Shape;259;p17:notes"/>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p>
            <a:pPr algn="l" indent="0" lvl="0" marL="0" rtl="0">
              <a:lnSpc>
                <a:spcPct val="100000"/>
              </a:lnSpc>
              <a:spcBef>
                <a:spcPts val="0"/>
              </a:spcBef>
              <a:spcAft>
                <a:spcPts val="0"/>
              </a:spcAft>
              <a:buSzPts val="1100"/>
              <a:buNone/>
            </a:pPr>
            <a:r>
              <a:t/>
            </a:r>
          </a:p>
        </p:txBody>
      </p:sp>
      <p:sp>
        <p:nvSpPr>
          <p:cNvPr id="1048692" name="Google Shape;260;p17:notes"/>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 name="Shape 264"/>
        <p:cNvGrpSpPr/>
        <p:nvPr/>
      </p:nvGrpSpPr>
      <p:grpSpPr>
        <a:xfrm>
          <a:off x="0" y="0"/>
          <a:ext cx="0" cy="0"/>
          <a:chOff x="0" y="0"/>
          <a:chExt cx="0" cy="0"/>
        </a:xfrm>
      </p:grpSpPr>
      <p:sp>
        <p:nvSpPr>
          <p:cNvPr id="1048697" name="Google Shape;265;p36: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98" name="Google Shape;266;p36: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 name="Shape 273"/>
        <p:cNvGrpSpPr/>
        <p:nvPr/>
      </p:nvGrpSpPr>
      <p:grpSpPr>
        <a:xfrm>
          <a:off x="0" y="0"/>
          <a:ext cx="0" cy="0"/>
          <a:chOff x="0" y="0"/>
          <a:chExt cx="0" cy="0"/>
        </a:xfrm>
      </p:grpSpPr>
      <p:sp>
        <p:nvSpPr>
          <p:cNvPr id="1048701" name="Google Shape;274;p37: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702" name="Google Shape;275;p37: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7" name="Shape 279"/>
        <p:cNvGrpSpPr/>
        <p:nvPr/>
      </p:nvGrpSpPr>
      <p:grpSpPr>
        <a:xfrm>
          <a:off x="0" y="0"/>
          <a:ext cx="0" cy="0"/>
          <a:chOff x="0" y="0"/>
          <a:chExt cx="0" cy="0"/>
        </a:xfrm>
      </p:grpSpPr>
      <p:sp>
        <p:nvSpPr>
          <p:cNvPr id="1048705" name="Google Shape;280;p38: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706" name="Google Shape;281;p38: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 name="Shape 285"/>
        <p:cNvGrpSpPr/>
        <p:nvPr/>
      </p:nvGrpSpPr>
      <p:grpSpPr>
        <a:xfrm>
          <a:off x="0" y="0"/>
          <a:ext cx="0" cy="0"/>
          <a:chOff x="0" y="0"/>
          <a:chExt cx="0" cy="0"/>
        </a:xfrm>
      </p:grpSpPr>
      <p:sp>
        <p:nvSpPr>
          <p:cNvPr id="1048709" name="Google Shape;286;p39: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710" name="Google Shape;287;p39: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25" name="Shape 12"/>
        <p:cNvGrpSpPr/>
        <p:nvPr/>
      </p:nvGrpSpPr>
      <p:grpSpPr>
        <a:xfrm>
          <a:off x="0" y="0"/>
          <a:ext cx="0" cy="0"/>
          <a:chOff x="0" y="0"/>
          <a:chExt cx="0" cy="0"/>
        </a:xfrm>
      </p:grpSpPr>
      <p:pic>
        <p:nvPicPr>
          <p:cNvPr id="2097152" name="Google Shape;13;p19" descr="Udinus Peringkat 10 PTS Terbaik di Indonesia"/>
          <p:cNvPicPr preferRelativeResize="0">
            <a:picLocks/>
          </p:cNvPicPr>
          <p:nvPr/>
        </p:nvPicPr>
        <p:blipFill rotWithShape="1">
          <a:blip xmlns:r="http://schemas.openxmlformats.org/officeDocument/2006/relationships" r:embed="rId1">
            <a:alphaModFix amt="25000"/>
          </a:blip>
          <a:srcRect l="13713" t="23330" r="23192" b="20774"/>
          <a:stretch>
            <a:fillRect/>
          </a:stretch>
        </p:blipFill>
        <p:spPr>
          <a:xfrm>
            <a:off x="0" y="0"/>
            <a:ext cx="12192000" cy="6419595"/>
          </a:xfrm>
          <a:prstGeom prst="rect"/>
          <a:noFill/>
          <a:ln>
            <a:noFill/>
          </a:ln>
        </p:spPr>
      </p:pic>
      <p:sp>
        <p:nvSpPr>
          <p:cNvPr id="1048581" name="Google Shape;14;p19"/>
          <p:cNvSpPr txBox="1"/>
          <p:nvPr>
            <p:ph type="subTitle" idx="1"/>
          </p:nvPr>
        </p:nvSpPr>
        <p:spPr>
          <a:xfrm>
            <a:off x="5739825" y="3898714"/>
            <a:ext cx="6051176" cy="527907"/>
          </a:xfrm>
          <a:prstGeom prst="rect"/>
          <a:noFill/>
          <a:ln>
            <a:noFill/>
          </a:ln>
        </p:spPr>
        <p:txBody>
          <a:bodyPr anchor="t" anchorCtr="0" bIns="45700" lIns="91425" rIns="91425" spcFirstLastPara="1" tIns="45700" wrap="square">
            <a:normAutofit/>
          </a:bodyPr>
          <a:lstStyle>
            <a:lvl1pPr algn="l" lvl="0">
              <a:lnSpc>
                <a:spcPct val="90000"/>
              </a:lnSpc>
              <a:spcBef>
                <a:spcPts val="1000"/>
              </a:spcBef>
              <a:spcAft>
                <a:spcPts val="0"/>
              </a:spcAft>
              <a:buClr>
                <a:schemeClr val="dk1"/>
              </a:buClr>
              <a:buSzPts val="2400"/>
              <a:buNone/>
              <a:defRPr b="1" sz="2400">
                <a:latin typeface="Calibri"/>
                <a:ea typeface="Calibri"/>
                <a:cs typeface="Calibri"/>
                <a:sym typeface="Calibri"/>
              </a:defRPr>
            </a:lvl1pPr>
            <a:lvl2pPr algn="ctr" lvl="1">
              <a:lnSpc>
                <a:spcPct val="90000"/>
              </a:lnSpc>
              <a:spcBef>
                <a:spcPts val="500"/>
              </a:spcBef>
              <a:spcAft>
                <a:spcPts val="0"/>
              </a:spcAft>
              <a:buClr>
                <a:schemeClr val="dk1"/>
              </a:buClr>
              <a:buSzPts val="2000"/>
              <a:buNone/>
              <a:defRPr sz="2000"/>
            </a:lvl2pPr>
            <a:lvl3pPr algn="ctr" lvl="2">
              <a:lnSpc>
                <a:spcPct val="90000"/>
              </a:lnSpc>
              <a:spcBef>
                <a:spcPts val="500"/>
              </a:spcBef>
              <a:spcAft>
                <a:spcPts val="0"/>
              </a:spcAft>
              <a:buClr>
                <a:schemeClr val="dk1"/>
              </a:buClr>
              <a:buSzPts val="1800"/>
              <a:buNone/>
              <a:defRPr sz="1800"/>
            </a:lvl3pPr>
            <a:lvl4pPr algn="ctr" lvl="3">
              <a:lnSpc>
                <a:spcPct val="90000"/>
              </a:lnSpc>
              <a:spcBef>
                <a:spcPts val="500"/>
              </a:spcBef>
              <a:spcAft>
                <a:spcPts val="0"/>
              </a:spcAft>
              <a:buClr>
                <a:schemeClr val="dk1"/>
              </a:buClr>
              <a:buSzPts val="1600"/>
              <a:buNone/>
              <a:defRPr sz="1600"/>
            </a:lvl4pPr>
            <a:lvl5pPr algn="ctr" lvl="4">
              <a:lnSpc>
                <a:spcPct val="90000"/>
              </a:lnSpc>
              <a:spcBef>
                <a:spcPts val="500"/>
              </a:spcBef>
              <a:spcAft>
                <a:spcPts val="0"/>
              </a:spcAft>
              <a:buClr>
                <a:schemeClr val="dk1"/>
              </a:buClr>
              <a:buSzPts val="1600"/>
              <a:buNone/>
              <a:defRPr sz="1600"/>
            </a:lvl5pPr>
            <a:lvl6pPr algn="ctr" lvl="5">
              <a:lnSpc>
                <a:spcPct val="90000"/>
              </a:lnSpc>
              <a:spcBef>
                <a:spcPts val="500"/>
              </a:spcBef>
              <a:spcAft>
                <a:spcPts val="0"/>
              </a:spcAft>
              <a:buClr>
                <a:schemeClr val="dk1"/>
              </a:buClr>
              <a:buSzPts val="1600"/>
              <a:buNone/>
              <a:defRPr sz="1600"/>
            </a:lvl6pPr>
            <a:lvl7pPr algn="ctr" lvl="6">
              <a:lnSpc>
                <a:spcPct val="90000"/>
              </a:lnSpc>
              <a:spcBef>
                <a:spcPts val="500"/>
              </a:spcBef>
              <a:spcAft>
                <a:spcPts val="0"/>
              </a:spcAft>
              <a:buClr>
                <a:schemeClr val="dk1"/>
              </a:buClr>
              <a:buSzPts val="1600"/>
              <a:buNone/>
              <a:defRPr sz="1600"/>
            </a:lvl7pPr>
            <a:lvl8pPr algn="ctr" lvl="7">
              <a:lnSpc>
                <a:spcPct val="90000"/>
              </a:lnSpc>
              <a:spcBef>
                <a:spcPts val="500"/>
              </a:spcBef>
              <a:spcAft>
                <a:spcPts val="0"/>
              </a:spcAft>
              <a:buClr>
                <a:schemeClr val="dk1"/>
              </a:buClr>
              <a:buSzPts val="1600"/>
              <a:buNone/>
              <a:defRPr sz="1600"/>
            </a:lvl8pPr>
            <a:lvl9pPr algn="ctr" lvl="8">
              <a:lnSpc>
                <a:spcPct val="90000"/>
              </a:lnSpc>
              <a:spcBef>
                <a:spcPts val="500"/>
              </a:spcBef>
              <a:spcAft>
                <a:spcPts val="0"/>
              </a:spcAft>
              <a:buClr>
                <a:schemeClr val="dk1"/>
              </a:buClr>
              <a:buSzPts val="1600"/>
              <a:buNone/>
              <a:defRPr sz="1600"/>
            </a:lvl9pPr>
          </a:lstStyle>
          <a:p/>
        </p:txBody>
      </p:sp>
      <p:sp>
        <p:nvSpPr>
          <p:cNvPr id="1048582" name="Google Shape;15;p19"/>
          <p:cNvSpPr txBox="1"/>
          <p:nvPr>
            <p:ph type="ctrTitle"/>
          </p:nvPr>
        </p:nvSpPr>
        <p:spPr>
          <a:xfrm>
            <a:off x="1545197" y="966658"/>
            <a:ext cx="10245805" cy="2364628"/>
          </a:xfrm>
          <a:prstGeom prst="rect"/>
          <a:noFill/>
          <a:ln>
            <a:noFill/>
          </a:ln>
        </p:spPr>
        <p:txBody>
          <a:bodyPr anchor="b" anchorCtr="0" bIns="45700" lIns="91425" rIns="91425" spcFirstLastPara="1" tIns="45700" wrap="square">
            <a:normAutofit/>
          </a:bodyPr>
          <a:lstStyle>
            <a:lvl1pPr algn="r" lvl="0">
              <a:lnSpc>
                <a:spcPct val="90000"/>
              </a:lnSpc>
              <a:spcBef>
                <a:spcPts val="0"/>
              </a:spcBef>
              <a:spcAft>
                <a:spcPts val="0"/>
              </a:spcAft>
              <a:buClr>
                <a:schemeClr val="accent1"/>
              </a:buClr>
              <a:buSzPts val="4800"/>
              <a:buFont typeface="Verdana"/>
              <a:buNone/>
              <a:defRPr b="1" sz="4800">
                <a:solidFill>
                  <a:schemeClr val="accent1"/>
                </a:solidFill>
                <a:latin typeface="Verdana"/>
                <a:ea typeface="Verdana"/>
                <a:cs typeface="Verdana"/>
                <a:sym typeface="Verdana"/>
              </a:defRPr>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583" name="Google Shape;16;p19"/>
          <p:cNvSpPr/>
          <p:nvPr/>
        </p:nvSpPr>
        <p:spPr>
          <a:xfrm>
            <a:off x="1545196" y="3526715"/>
            <a:ext cx="10245805" cy="174303"/>
          </a:xfrm>
          <a:prstGeom prst="rect"/>
          <a:solidFill>
            <a:srgbClr val="00017A"/>
          </a:solidFill>
          <a:ln w="12700" cap="flat" cmpd="sng">
            <a:solidFill>
              <a:srgbClr val="00017A"/>
            </a:solidFill>
            <a:prstDash val="solid"/>
            <a:miter lim="800000"/>
            <a:headEnd type="none" w="sm" len="sm"/>
            <a:tailEnd type="none" w="sm" len="sm"/>
          </a:ln>
        </p:spPr>
        <p:txBody>
          <a:bodyPr anchor="ctr" anchorCtr="0" bIns="45700" lIns="91425" rIns="91425" spcFirstLastPara="1" tIns="45700" wrap="square">
            <a:noAutofit/>
          </a:bodyPr>
          <a:p>
            <a:pPr algn="ctr" indent="0" lvl="0" marL="0" marR="0" rtl="0">
              <a:lnSpc>
                <a:spcPct val="100000"/>
              </a:lnSpc>
              <a:spcBef>
                <a:spcPts val="0"/>
              </a:spcBef>
              <a:spcAft>
                <a:spcPts val="0"/>
              </a:spcAft>
              <a:buClr>
                <a:srgbClr val="000000"/>
              </a:buClr>
              <a:buSzPts val="1800"/>
              <a:buFont typeface="Arial"/>
              <a:buNone/>
            </a:pPr>
            <a:r>
              <a:t/>
            </a:r>
            <a:endParaRPr b="0" cap="none" sz="1800" i="0" strike="noStrike" u="none">
              <a:solidFill>
                <a:schemeClr val="lt1"/>
              </a:solidFill>
              <a:latin typeface="Calibri"/>
              <a:ea typeface="Calibri"/>
              <a:cs typeface="Calibri"/>
              <a:sym typeface="Calibri"/>
            </a:endParaRPr>
          </a:p>
        </p:txBody>
      </p:sp>
      <p:sp>
        <p:nvSpPr>
          <p:cNvPr id="1048584" name="Google Shape;17;p19"/>
          <p:cNvSpPr/>
          <p:nvPr/>
        </p:nvSpPr>
        <p:spPr>
          <a:xfrm>
            <a:off x="80007" y="0"/>
            <a:ext cx="1354697" cy="1333500"/>
          </a:xfrm>
          <a:prstGeom prst="rect"/>
          <a:solidFill>
            <a:srgbClr val="00017A"/>
          </a:solidFill>
          <a:ln w="12700" cap="flat" cmpd="sng">
            <a:solidFill>
              <a:srgbClr val="00017A"/>
            </a:solidFill>
            <a:prstDash val="solid"/>
            <a:miter lim="800000"/>
            <a:headEnd type="none" w="sm" len="sm"/>
            <a:tailEnd type="none" w="sm" len="sm"/>
          </a:ln>
        </p:spPr>
        <p:txBody>
          <a:bodyPr anchor="ctr" anchorCtr="0" bIns="45700" lIns="91425" rIns="91425" spcFirstLastPara="1" tIns="45700" wrap="square">
            <a:noAutofit/>
          </a:bodyPr>
          <a:p>
            <a:pPr algn="ctr" indent="0" lvl="0" marL="0" marR="0" rtl="0">
              <a:lnSpc>
                <a:spcPct val="100000"/>
              </a:lnSpc>
              <a:spcBef>
                <a:spcPts val="0"/>
              </a:spcBef>
              <a:spcAft>
                <a:spcPts val="0"/>
              </a:spcAft>
              <a:buClr>
                <a:srgbClr val="000000"/>
              </a:buClr>
              <a:buSzPts val="1800"/>
              <a:buFont typeface="Arial"/>
              <a:buNone/>
            </a:pPr>
            <a:r>
              <a:t/>
            </a:r>
            <a:endParaRPr b="0" cap="none" sz="1800" i="0" strike="noStrike" u="none">
              <a:solidFill>
                <a:schemeClr val="lt1"/>
              </a:solidFill>
              <a:latin typeface="Calibri"/>
              <a:ea typeface="Calibri"/>
              <a:cs typeface="Calibri"/>
              <a:sym typeface="Calibri"/>
            </a:endParaRPr>
          </a:p>
        </p:txBody>
      </p:sp>
      <p:pic>
        <p:nvPicPr>
          <p:cNvPr id="2097153" name="Google Shape;18;p19" descr="A picture containing text, circle, logo, font  Description automatically generated"/>
          <p:cNvPicPr preferRelativeResize="0">
            <a:picLocks/>
          </p:cNvPicPr>
          <p:nvPr/>
        </p:nvPicPr>
        <p:blipFill rotWithShape="1">
          <a:blip xmlns:r="http://schemas.openxmlformats.org/officeDocument/2006/relationships" r:embed="rId2">
            <a:alphaModFix/>
          </a:blip>
          <a:srcRect l="0" t="0" r="0" b="0"/>
          <a:stretch>
            <a:fillRect/>
          </a:stretch>
        </p:blipFill>
        <p:spPr>
          <a:xfrm>
            <a:off x="180998" y="90750"/>
            <a:ext cx="1152714" cy="1152000"/>
          </a:xfrm>
          <a:prstGeom prst="rect"/>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45" name="Shape 19"/>
        <p:cNvGrpSpPr/>
        <p:nvPr/>
      </p:nvGrpSpPr>
      <p:grpSpPr>
        <a:xfrm>
          <a:off x="0" y="0"/>
          <a:ext cx="0" cy="0"/>
          <a:chOff x="0" y="0"/>
          <a:chExt cx="0" cy="0"/>
        </a:xfrm>
      </p:grpSpPr>
      <p:sp>
        <p:nvSpPr>
          <p:cNvPr id="1048589" name="Google Shape;20;p20"/>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4400"/>
              <a:buFont typeface="Verdana"/>
              <a:buNone/>
              <a:defRPr b="1">
                <a:latin typeface="Verdana"/>
                <a:ea typeface="Verdana"/>
                <a:cs typeface="Verdana"/>
                <a:sym typeface="Verdana"/>
              </a:defRPr>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590" name="Google Shape;21;p20"/>
          <p:cNvSpPr txBox="1"/>
          <p:nvPr>
            <p:ph type="body" idx="1"/>
          </p:nvPr>
        </p:nvSpPr>
        <p:spPr>
          <a:xfrm>
            <a:off x="838200" y="1825625"/>
            <a:ext cx="10515600" cy="435133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591" name="Google Shape;22;p20"/>
          <p:cNvSpPr txBox="1"/>
          <p:nvPr>
            <p:ph type="dt" idx="10"/>
          </p:nvPr>
        </p:nvSpPr>
        <p:spPr>
          <a:xfrm>
            <a:off x="11169248" y="6447461"/>
            <a:ext cx="106481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592" name="Google Shape;23;p20"/>
          <p:cNvSpPr txBox="1"/>
          <p:nvPr>
            <p:ph type="ftr" idx="11"/>
          </p:nvPr>
        </p:nvSpPr>
        <p:spPr>
          <a:xfrm>
            <a:off x="7439811" y="6438644"/>
            <a:ext cx="512524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593" name="Google Shape;24;p20"/>
          <p:cNvSpPr txBox="1"/>
          <p:nvPr>
            <p:ph type="sldNum" idx="12"/>
          </p:nvPr>
        </p:nvSpPr>
        <p:spPr>
          <a:xfrm>
            <a:off x="8610600" y="6356350"/>
            <a:ext cx="2743200" cy="365125"/>
          </a:xfrm>
          <a:prstGeom prst="rect"/>
          <a:noFill/>
          <a:ln>
            <a:noFill/>
          </a:ln>
        </p:spPr>
        <p:txBody>
          <a:bodyPr anchor="t" anchorCtr="0" bIns="45700" lIns="91425" rIns="91425" spcFirstLastPara="1" tIns="45700" wrap="square">
            <a:noAutofit/>
          </a:bodyPr>
          <a:lstStyle>
            <a:lvl1pPr algn="l" indent="0" lvl="0"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1pPr>
            <a:lvl2pPr algn="l" indent="0" lvl="1"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2pPr>
            <a:lvl3pPr algn="l" indent="0" lvl="2"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3pPr>
            <a:lvl4pPr algn="l" indent="0" lvl="3"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4pPr>
            <a:lvl5pPr algn="l" indent="0" lvl="4"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5pPr>
            <a:lvl6pPr algn="l" indent="0" lvl="5"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6pPr>
            <a:lvl7pPr algn="l" indent="0" lvl="6"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7pPr>
            <a:lvl8pPr algn="l" indent="0" lvl="7"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8pPr>
            <a:lvl9pPr algn="l" indent="0" lvl="8"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9pPr>
          </a:lstStyle>
          <a:p>
            <a:pPr algn="l"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25" name="Shape 25"/>
        <p:cNvGrpSpPr/>
        <p:nvPr/>
      </p:nvGrpSpPr>
      <p:grpSpPr>
        <a:xfrm>
          <a:off x="0" y="0"/>
          <a:ext cx="0" cy="0"/>
          <a:chOff x="0" y="0"/>
          <a:chExt cx="0" cy="0"/>
        </a:xfrm>
      </p:grpSpPr>
      <p:sp>
        <p:nvSpPr>
          <p:cNvPr id="1048731" name="Google Shape;26;p21"/>
          <p:cNvSpPr txBox="1"/>
          <p:nvPr>
            <p:ph type="title"/>
          </p:nvPr>
        </p:nvSpPr>
        <p:spPr>
          <a:xfrm>
            <a:off x="831850" y="1709738"/>
            <a:ext cx="10515600" cy="2852737"/>
          </a:xfrm>
          <a:prstGeom prst="rect"/>
          <a:noFill/>
          <a:ln>
            <a:noFill/>
          </a:ln>
        </p:spPr>
        <p:txBody>
          <a:bodyPr anchor="b" anchorCtr="0" bIns="45700" lIns="91425" rIns="91425" spcFirstLastPara="1" tIns="45700" wrap="square">
            <a:normAutofit/>
          </a:bodyPr>
          <a:lstStyle>
            <a:lvl1pPr algn="l" lvl="0">
              <a:lnSpc>
                <a:spcPct val="90000"/>
              </a:lnSpc>
              <a:spcBef>
                <a:spcPts val="0"/>
              </a:spcBef>
              <a:spcAft>
                <a:spcPts val="0"/>
              </a:spcAft>
              <a:buClr>
                <a:schemeClr val="dk1"/>
              </a:buClr>
              <a:buSzPts val="6000"/>
              <a:buFont typeface="Verdana"/>
              <a:buNone/>
              <a:defRPr sz="6000"/>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32" name="Google Shape;27;p21"/>
          <p:cNvSpPr txBox="1"/>
          <p:nvPr>
            <p:ph type="body" idx="1"/>
          </p:nvPr>
        </p:nvSpPr>
        <p:spPr>
          <a:xfrm>
            <a:off x="831850" y="4589463"/>
            <a:ext cx="10515600" cy="1500187"/>
          </a:xfrm>
          <a:prstGeom prst="rect"/>
          <a:noFill/>
          <a:ln>
            <a:noFill/>
          </a:ln>
        </p:spPr>
        <p:txBody>
          <a:bodyPr anchor="t" anchorCtr="0" bIns="45700" lIns="91425" rIns="91425" spcFirstLastPara="1" tIns="45700" wrap="square">
            <a:normAutofit/>
          </a:bodyPr>
          <a:lstStyle>
            <a:lvl1pPr algn="l" indent="-228600" lvl="0" marL="457200">
              <a:lnSpc>
                <a:spcPct val="90000"/>
              </a:lnSpc>
              <a:spcBef>
                <a:spcPts val="1000"/>
              </a:spcBef>
              <a:spcAft>
                <a:spcPts val="0"/>
              </a:spcAft>
              <a:buClr>
                <a:srgbClr val="888888"/>
              </a:buClr>
              <a:buSzPts val="2400"/>
              <a:buNone/>
              <a:defRPr sz="2400">
                <a:solidFill>
                  <a:srgbClr val="888888"/>
                </a:solidFill>
              </a:defRPr>
            </a:lvl1pPr>
            <a:lvl2pPr algn="l" indent="-228600" lvl="1" marL="914400">
              <a:lnSpc>
                <a:spcPct val="90000"/>
              </a:lnSpc>
              <a:spcBef>
                <a:spcPts val="500"/>
              </a:spcBef>
              <a:spcAft>
                <a:spcPts val="0"/>
              </a:spcAft>
              <a:buClr>
                <a:srgbClr val="888888"/>
              </a:buClr>
              <a:buSzPts val="2000"/>
              <a:buNone/>
              <a:defRPr sz="2000">
                <a:solidFill>
                  <a:srgbClr val="888888"/>
                </a:solidFill>
              </a:defRPr>
            </a:lvl2pPr>
            <a:lvl3pPr algn="l" indent="-228600" lvl="2" marL="1371600">
              <a:lnSpc>
                <a:spcPct val="90000"/>
              </a:lnSpc>
              <a:spcBef>
                <a:spcPts val="500"/>
              </a:spcBef>
              <a:spcAft>
                <a:spcPts val="0"/>
              </a:spcAft>
              <a:buClr>
                <a:srgbClr val="888888"/>
              </a:buClr>
              <a:buSzPts val="1800"/>
              <a:buNone/>
              <a:defRPr sz="1800">
                <a:solidFill>
                  <a:srgbClr val="888888"/>
                </a:solidFill>
              </a:defRPr>
            </a:lvl3pPr>
            <a:lvl4pPr algn="l" indent="-228600" lvl="3" marL="1828800">
              <a:lnSpc>
                <a:spcPct val="90000"/>
              </a:lnSpc>
              <a:spcBef>
                <a:spcPts val="500"/>
              </a:spcBef>
              <a:spcAft>
                <a:spcPts val="0"/>
              </a:spcAft>
              <a:buClr>
                <a:srgbClr val="888888"/>
              </a:buClr>
              <a:buSzPts val="1600"/>
              <a:buNone/>
              <a:defRPr sz="1600">
                <a:solidFill>
                  <a:srgbClr val="888888"/>
                </a:solidFill>
              </a:defRPr>
            </a:lvl4pPr>
            <a:lvl5pPr algn="l" indent="-228600" lvl="4" marL="2286000">
              <a:lnSpc>
                <a:spcPct val="90000"/>
              </a:lnSpc>
              <a:spcBef>
                <a:spcPts val="500"/>
              </a:spcBef>
              <a:spcAft>
                <a:spcPts val="0"/>
              </a:spcAft>
              <a:buClr>
                <a:srgbClr val="888888"/>
              </a:buClr>
              <a:buSzPts val="1600"/>
              <a:buNone/>
              <a:defRPr sz="1600">
                <a:solidFill>
                  <a:srgbClr val="888888"/>
                </a:solidFill>
              </a:defRPr>
            </a:lvl5pPr>
            <a:lvl6pPr algn="l" indent="-228600" lvl="5" marL="2743200">
              <a:lnSpc>
                <a:spcPct val="90000"/>
              </a:lnSpc>
              <a:spcBef>
                <a:spcPts val="500"/>
              </a:spcBef>
              <a:spcAft>
                <a:spcPts val="0"/>
              </a:spcAft>
              <a:buClr>
                <a:srgbClr val="888888"/>
              </a:buClr>
              <a:buSzPts val="1600"/>
              <a:buNone/>
              <a:defRPr sz="1600">
                <a:solidFill>
                  <a:srgbClr val="888888"/>
                </a:solidFill>
              </a:defRPr>
            </a:lvl6pPr>
            <a:lvl7pPr algn="l" indent="-228600" lvl="6" marL="3200400">
              <a:lnSpc>
                <a:spcPct val="90000"/>
              </a:lnSpc>
              <a:spcBef>
                <a:spcPts val="500"/>
              </a:spcBef>
              <a:spcAft>
                <a:spcPts val="0"/>
              </a:spcAft>
              <a:buClr>
                <a:srgbClr val="888888"/>
              </a:buClr>
              <a:buSzPts val="1600"/>
              <a:buNone/>
              <a:defRPr sz="1600">
                <a:solidFill>
                  <a:srgbClr val="888888"/>
                </a:solidFill>
              </a:defRPr>
            </a:lvl7pPr>
            <a:lvl8pPr algn="l" indent="-228600" lvl="7" marL="3657600">
              <a:lnSpc>
                <a:spcPct val="90000"/>
              </a:lnSpc>
              <a:spcBef>
                <a:spcPts val="500"/>
              </a:spcBef>
              <a:spcAft>
                <a:spcPts val="0"/>
              </a:spcAft>
              <a:buClr>
                <a:srgbClr val="888888"/>
              </a:buClr>
              <a:buSzPts val="1600"/>
              <a:buNone/>
              <a:defRPr sz="1600">
                <a:solidFill>
                  <a:srgbClr val="888888"/>
                </a:solidFill>
              </a:defRPr>
            </a:lvl8pPr>
            <a:lvl9pPr algn="l" indent="-228600" lvl="8" marL="4114800">
              <a:lnSpc>
                <a:spcPct val="90000"/>
              </a:lnSpc>
              <a:spcBef>
                <a:spcPts val="500"/>
              </a:spcBef>
              <a:spcAft>
                <a:spcPts val="0"/>
              </a:spcAft>
              <a:buClr>
                <a:srgbClr val="888888"/>
              </a:buClr>
              <a:buSzPts val="1600"/>
              <a:buNone/>
              <a:defRPr sz="1600">
                <a:solidFill>
                  <a:srgbClr val="888888"/>
                </a:solidFill>
              </a:defRPr>
            </a:lvl9pPr>
          </a:lstStyle>
          <a:p/>
        </p:txBody>
      </p:sp>
      <p:sp>
        <p:nvSpPr>
          <p:cNvPr id="1048733" name="Google Shape;28;p21"/>
          <p:cNvSpPr txBox="1"/>
          <p:nvPr>
            <p:ph type="dt" idx="10"/>
          </p:nvPr>
        </p:nvSpPr>
        <p:spPr>
          <a:xfrm>
            <a:off x="11169248" y="6447461"/>
            <a:ext cx="106481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34" name="Google Shape;29;p21"/>
          <p:cNvSpPr txBox="1"/>
          <p:nvPr>
            <p:ph type="ftr" idx="11"/>
          </p:nvPr>
        </p:nvSpPr>
        <p:spPr>
          <a:xfrm>
            <a:off x="7439811" y="6438644"/>
            <a:ext cx="512524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35" name="Google Shape;30;p21"/>
          <p:cNvSpPr txBox="1"/>
          <p:nvPr>
            <p:ph type="sldNum" idx="12"/>
          </p:nvPr>
        </p:nvSpPr>
        <p:spPr>
          <a:xfrm>
            <a:off x="8610600" y="6356350"/>
            <a:ext cx="2743200" cy="365125"/>
          </a:xfrm>
          <a:prstGeom prst="rect"/>
          <a:noFill/>
          <a:ln>
            <a:noFill/>
          </a:ln>
        </p:spPr>
        <p:txBody>
          <a:bodyPr anchor="t" anchorCtr="0" bIns="45700" lIns="91425" rIns="91425" spcFirstLastPara="1" tIns="45700" wrap="square">
            <a:noAutofit/>
          </a:bodyPr>
          <a:lstStyle>
            <a:lvl1pPr algn="l" indent="0" lvl="0"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1pPr>
            <a:lvl2pPr algn="l" indent="0" lvl="1"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2pPr>
            <a:lvl3pPr algn="l" indent="0" lvl="2"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3pPr>
            <a:lvl4pPr algn="l" indent="0" lvl="3"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4pPr>
            <a:lvl5pPr algn="l" indent="0" lvl="4"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5pPr>
            <a:lvl6pPr algn="l" indent="0" lvl="5"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6pPr>
            <a:lvl7pPr algn="l" indent="0" lvl="6"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7pPr>
            <a:lvl8pPr algn="l" indent="0" lvl="7"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8pPr>
            <a:lvl9pPr algn="l" indent="0" lvl="8"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9pPr>
          </a:lstStyle>
          <a:p>
            <a:pPr algn="l"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26" name="Shape 31"/>
        <p:cNvGrpSpPr/>
        <p:nvPr/>
      </p:nvGrpSpPr>
      <p:grpSpPr>
        <a:xfrm>
          <a:off x="0" y="0"/>
          <a:ext cx="0" cy="0"/>
          <a:chOff x="0" y="0"/>
          <a:chExt cx="0" cy="0"/>
        </a:xfrm>
      </p:grpSpPr>
      <p:sp>
        <p:nvSpPr>
          <p:cNvPr id="1048736" name="Google Shape;32;p22"/>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4400"/>
              <a:buFont typeface="Verdana"/>
              <a:buNone/>
              <a:defRPr b="1">
                <a:latin typeface="Verdana"/>
                <a:ea typeface="Verdana"/>
                <a:cs typeface="Verdana"/>
                <a:sym typeface="Verdana"/>
              </a:defRPr>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37" name="Google Shape;33;p22"/>
          <p:cNvSpPr txBox="1"/>
          <p:nvPr>
            <p:ph type="body" idx="1"/>
          </p:nvPr>
        </p:nvSpPr>
        <p:spPr>
          <a:xfrm>
            <a:off x="838200" y="1825625"/>
            <a:ext cx="5181600" cy="435133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738" name="Google Shape;34;p22"/>
          <p:cNvSpPr txBox="1"/>
          <p:nvPr>
            <p:ph type="body" idx="2"/>
          </p:nvPr>
        </p:nvSpPr>
        <p:spPr>
          <a:xfrm>
            <a:off x="6172200" y="1825625"/>
            <a:ext cx="5181600" cy="435133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739" name="Google Shape;35;p22"/>
          <p:cNvSpPr txBox="1"/>
          <p:nvPr>
            <p:ph type="dt" idx="10"/>
          </p:nvPr>
        </p:nvSpPr>
        <p:spPr>
          <a:xfrm>
            <a:off x="11169248" y="6447461"/>
            <a:ext cx="106481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40" name="Google Shape;36;p22"/>
          <p:cNvSpPr txBox="1"/>
          <p:nvPr>
            <p:ph type="ftr" idx="11"/>
          </p:nvPr>
        </p:nvSpPr>
        <p:spPr>
          <a:xfrm>
            <a:off x="7439811" y="6438644"/>
            <a:ext cx="512524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41" name="Google Shape;37;p22"/>
          <p:cNvSpPr txBox="1"/>
          <p:nvPr>
            <p:ph type="sldNum" idx="12"/>
          </p:nvPr>
        </p:nvSpPr>
        <p:spPr>
          <a:xfrm>
            <a:off x="8610600" y="6356350"/>
            <a:ext cx="2743200" cy="365125"/>
          </a:xfrm>
          <a:prstGeom prst="rect"/>
          <a:noFill/>
          <a:ln>
            <a:noFill/>
          </a:ln>
        </p:spPr>
        <p:txBody>
          <a:bodyPr anchor="t" anchorCtr="0" bIns="45700" lIns="91425" rIns="91425" spcFirstLastPara="1" tIns="45700" wrap="square">
            <a:noAutofit/>
          </a:bodyPr>
          <a:lstStyle>
            <a:lvl1pPr algn="l" indent="0" lvl="0"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1pPr>
            <a:lvl2pPr algn="l" indent="0" lvl="1"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2pPr>
            <a:lvl3pPr algn="l" indent="0" lvl="2"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3pPr>
            <a:lvl4pPr algn="l" indent="0" lvl="3"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4pPr>
            <a:lvl5pPr algn="l" indent="0" lvl="4"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5pPr>
            <a:lvl6pPr algn="l" indent="0" lvl="5"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6pPr>
            <a:lvl7pPr algn="l" indent="0" lvl="6"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7pPr>
            <a:lvl8pPr algn="l" indent="0" lvl="7"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8pPr>
            <a:lvl9pPr algn="l" indent="0" lvl="8"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9pPr>
          </a:lstStyle>
          <a:p>
            <a:pPr algn="l"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27" name="Shape 38"/>
        <p:cNvGrpSpPr/>
        <p:nvPr/>
      </p:nvGrpSpPr>
      <p:grpSpPr>
        <a:xfrm>
          <a:off x="0" y="0"/>
          <a:ext cx="0" cy="0"/>
          <a:chOff x="0" y="0"/>
          <a:chExt cx="0" cy="0"/>
        </a:xfrm>
      </p:grpSpPr>
      <p:sp>
        <p:nvSpPr>
          <p:cNvPr id="1048742" name="Google Shape;39;p23"/>
          <p:cNvSpPr txBox="1"/>
          <p:nvPr>
            <p:ph type="title"/>
          </p:nvPr>
        </p:nvSpPr>
        <p:spPr>
          <a:xfrm>
            <a:off x="839788"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4400"/>
              <a:buFont typeface="Verdana"/>
              <a:buNone/>
              <a:defRPr b="1">
                <a:latin typeface="Verdana"/>
                <a:ea typeface="Verdana"/>
                <a:cs typeface="Verdana"/>
                <a:sym typeface="Verdana"/>
              </a:defRPr>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43" name="Google Shape;40;p23"/>
          <p:cNvSpPr txBox="1"/>
          <p:nvPr>
            <p:ph type="body" idx="1"/>
          </p:nvPr>
        </p:nvSpPr>
        <p:spPr>
          <a:xfrm>
            <a:off x="839788" y="1681163"/>
            <a:ext cx="5157787" cy="823912"/>
          </a:xfrm>
          <a:prstGeom prst="rect"/>
          <a:noFill/>
          <a:ln>
            <a:noFill/>
          </a:ln>
        </p:spPr>
        <p:txBody>
          <a:bodyPr anchor="b"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2400"/>
              <a:buNone/>
              <a:defRPr b="1" sz="2400"/>
            </a:lvl1pPr>
            <a:lvl2pPr algn="l" indent="-228600" lvl="1" marL="914400">
              <a:lnSpc>
                <a:spcPct val="90000"/>
              </a:lnSpc>
              <a:spcBef>
                <a:spcPts val="500"/>
              </a:spcBef>
              <a:spcAft>
                <a:spcPts val="0"/>
              </a:spcAft>
              <a:buClr>
                <a:schemeClr val="dk1"/>
              </a:buClr>
              <a:buSzPts val="2000"/>
              <a:buNone/>
              <a:defRPr b="1" sz="2000"/>
            </a:lvl2pPr>
            <a:lvl3pPr algn="l" indent="-228600" lvl="2" marL="1371600">
              <a:lnSpc>
                <a:spcPct val="90000"/>
              </a:lnSpc>
              <a:spcBef>
                <a:spcPts val="500"/>
              </a:spcBef>
              <a:spcAft>
                <a:spcPts val="0"/>
              </a:spcAft>
              <a:buClr>
                <a:schemeClr val="dk1"/>
              </a:buClr>
              <a:buSzPts val="1800"/>
              <a:buNone/>
              <a:defRPr b="1" sz="1800"/>
            </a:lvl3pPr>
            <a:lvl4pPr algn="l" indent="-228600" lvl="3" marL="1828800">
              <a:lnSpc>
                <a:spcPct val="90000"/>
              </a:lnSpc>
              <a:spcBef>
                <a:spcPts val="500"/>
              </a:spcBef>
              <a:spcAft>
                <a:spcPts val="0"/>
              </a:spcAft>
              <a:buClr>
                <a:schemeClr val="dk1"/>
              </a:buClr>
              <a:buSzPts val="1600"/>
              <a:buNone/>
              <a:defRPr b="1" sz="1600"/>
            </a:lvl4pPr>
            <a:lvl5pPr algn="l" indent="-228600" lvl="4" marL="2286000">
              <a:lnSpc>
                <a:spcPct val="90000"/>
              </a:lnSpc>
              <a:spcBef>
                <a:spcPts val="500"/>
              </a:spcBef>
              <a:spcAft>
                <a:spcPts val="0"/>
              </a:spcAft>
              <a:buClr>
                <a:schemeClr val="dk1"/>
              </a:buClr>
              <a:buSzPts val="1600"/>
              <a:buNone/>
              <a:defRPr b="1" sz="1600"/>
            </a:lvl5pPr>
            <a:lvl6pPr algn="l" indent="-228600" lvl="5" marL="2743200">
              <a:lnSpc>
                <a:spcPct val="90000"/>
              </a:lnSpc>
              <a:spcBef>
                <a:spcPts val="500"/>
              </a:spcBef>
              <a:spcAft>
                <a:spcPts val="0"/>
              </a:spcAft>
              <a:buClr>
                <a:schemeClr val="dk1"/>
              </a:buClr>
              <a:buSzPts val="1600"/>
              <a:buNone/>
              <a:defRPr b="1" sz="1600"/>
            </a:lvl6pPr>
            <a:lvl7pPr algn="l" indent="-228600" lvl="6" marL="3200400">
              <a:lnSpc>
                <a:spcPct val="90000"/>
              </a:lnSpc>
              <a:spcBef>
                <a:spcPts val="500"/>
              </a:spcBef>
              <a:spcAft>
                <a:spcPts val="0"/>
              </a:spcAft>
              <a:buClr>
                <a:schemeClr val="dk1"/>
              </a:buClr>
              <a:buSzPts val="1600"/>
              <a:buNone/>
              <a:defRPr b="1" sz="1600"/>
            </a:lvl7pPr>
            <a:lvl8pPr algn="l" indent="-228600" lvl="7" marL="3657600">
              <a:lnSpc>
                <a:spcPct val="90000"/>
              </a:lnSpc>
              <a:spcBef>
                <a:spcPts val="500"/>
              </a:spcBef>
              <a:spcAft>
                <a:spcPts val="0"/>
              </a:spcAft>
              <a:buClr>
                <a:schemeClr val="dk1"/>
              </a:buClr>
              <a:buSzPts val="1600"/>
              <a:buNone/>
              <a:defRPr b="1" sz="1600"/>
            </a:lvl8pPr>
            <a:lvl9pPr algn="l" indent="-228600" lvl="8" marL="4114800">
              <a:lnSpc>
                <a:spcPct val="90000"/>
              </a:lnSpc>
              <a:spcBef>
                <a:spcPts val="500"/>
              </a:spcBef>
              <a:spcAft>
                <a:spcPts val="0"/>
              </a:spcAft>
              <a:buClr>
                <a:schemeClr val="dk1"/>
              </a:buClr>
              <a:buSzPts val="1600"/>
              <a:buNone/>
              <a:defRPr b="1" sz="1600"/>
            </a:lvl9pPr>
          </a:lstStyle>
          <a:p/>
        </p:txBody>
      </p:sp>
      <p:sp>
        <p:nvSpPr>
          <p:cNvPr id="1048744" name="Google Shape;41;p23"/>
          <p:cNvSpPr txBox="1"/>
          <p:nvPr>
            <p:ph type="body" idx="2"/>
          </p:nvPr>
        </p:nvSpPr>
        <p:spPr>
          <a:xfrm>
            <a:off x="839788" y="2505075"/>
            <a:ext cx="5157787" cy="368458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745" name="Google Shape;42;p23"/>
          <p:cNvSpPr txBox="1"/>
          <p:nvPr>
            <p:ph type="body" idx="3"/>
          </p:nvPr>
        </p:nvSpPr>
        <p:spPr>
          <a:xfrm>
            <a:off x="6172200" y="1681163"/>
            <a:ext cx="5183188" cy="823912"/>
          </a:xfrm>
          <a:prstGeom prst="rect"/>
          <a:noFill/>
          <a:ln>
            <a:noFill/>
          </a:ln>
        </p:spPr>
        <p:txBody>
          <a:bodyPr anchor="b"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2400"/>
              <a:buNone/>
              <a:defRPr b="1" sz="2400"/>
            </a:lvl1pPr>
            <a:lvl2pPr algn="l" indent="-228600" lvl="1" marL="914400">
              <a:lnSpc>
                <a:spcPct val="90000"/>
              </a:lnSpc>
              <a:spcBef>
                <a:spcPts val="500"/>
              </a:spcBef>
              <a:spcAft>
                <a:spcPts val="0"/>
              </a:spcAft>
              <a:buClr>
                <a:schemeClr val="dk1"/>
              </a:buClr>
              <a:buSzPts val="2000"/>
              <a:buNone/>
              <a:defRPr b="1" sz="2000"/>
            </a:lvl2pPr>
            <a:lvl3pPr algn="l" indent="-228600" lvl="2" marL="1371600">
              <a:lnSpc>
                <a:spcPct val="90000"/>
              </a:lnSpc>
              <a:spcBef>
                <a:spcPts val="500"/>
              </a:spcBef>
              <a:spcAft>
                <a:spcPts val="0"/>
              </a:spcAft>
              <a:buClr>
                <a:schemeClr val="dk1"/>
              </a:buClr>
              <a:buSzPts val="1800"/>
              <a:buNone/>
              <a:defRPr b="1" sz="1800"/>
            </a:lvl3pPr>
            <a:lvl4pPr algn="l" indent="-228600" lvl="3" marL="1828800">
              <a:lnSpc>
                <a:spcPct val="90000"/>
              </a:lnSpc>
              <a:spcBef>
                <a:spcPts val="500"/>
              </a:spcBef>
              <a:spcAft>
                <a:spcPts val="0"/>
              </a:spcAft>
              <a:buClr>
                <a:schemeClr val="dk1"/>
              </a:buClr>
              <a:buSzPts val="1600"/>
              <a:buNone/>
              <a:defRPr b="1" sz="1600"/>
            </a:lvl4pPr>
            <a:lvl5pPr algn="l" indent="-228600" lvl="4" marL="2286000">
              <a:lnSpc>
                <a:spcPct val="90000"/>
              </a:lnSpc>
              <a:spcBef>
                <a:spcPts val="500"/>
              </a:spcBef>
              <a:spcAft>
                <a:spcPts val="0"/>
              </a:spcAft>
              <a:buClr>
                <a:schemeClr val="dk1"/>
              </a:buClr>
              <a:buSzPts val="1600"/>
              <a:buNone/>
              <a:defRPr b="1" sz="1600"/>
            </a:lvl5pPr>
            <a:lvl6pPr algn="l" indent="-228600" lvl="5" marL="2743200">
              <a:lnSpc>
                <a:spcPct val="90000"/>
              </a:lnSpc>
              <a:spcBef>
                <a:spcPts val="500"/>
              </a:spcBef>
              <a:spcAft>
                <a:spcPts val="0"/>
              </a:spcAft>
              <a:buClr>
                <a:schemeClr val="dk1"/>
              </a:buClr>
              <a:buSzPts val="1600"/>
              <a:buNone/>
              <a:defRPr b="1" sz="1600"/>
            </a:lvl6pPr>
            <a:lvl7pPr algn="l" indent="-228600" lvl="6" marL="3200400">
              <a:lnSpc>
                <a:spcPct val="90000"/>
              </a:lnSpc>
              <a:spcBef>
                <a:spcPts val="500"/>
              </a:spcBef>
              <a:spcAft>
                <a:spcPts val="0"/>
              </a:spcAft>
              <a:buClr>
                <a:schemeClr val="dk1"/>
              </a:buClr>
              <a:buSzPts val="1600"/>
              <a:buNone/>
              <a:defRPr b="1" sz="1600"/>
            </a:lvl7pPr>
            <a:lvl8pPr algn="l" indent="-228600" lvl="7" marL="3657600">
              <a:lnSpc>
                <a:spcPct val="90000"/>
              </a:lnSpc>
              <a:spcBef>
                <a:spcPts val="500"/>
              </a:spcBef>
              <a:spcAft>
                <a:spcPts val="0"/>
              </a:spcAft>
              <a:buClr>
                <a:schemeClr val="dk1"/>
              </a:buClr>
              <a:buSzPts val="1600"/>
              <a:buNone/>
              <a:defRPr b="1" sz="1600"/>
            </a:lvl8pPr>
            <a:lvl9pPr algn="l" indent="-228600" lvl="8" marL="4114800">
              <a:lnSpc>
                <a:spcPct val="90000"/>
              </a:lnSpc>
              <a:spcBef>
                <a:spcPts val="500"/>
              </a:spcBef>
              <a:spcAft>
                <a:spcPts val="0"/>
              </a:spcAft>
              <a:buClr>
                <a:schemeClr val="dk1"/>
              </a:buClr>
              <a:buSzPts val="1600"/>
              <a:buNone/>
              <a:defRPr b="1" sz="1600"/>
            </a:lvl9pPr>
          </a:lstStyle>
          <a:p/>
        </p:txBody>
      </p:sp>
      <p:sp>
        <p:nvSpPr>
          <p:cNvPr id="1048746" name="Google Shape;43;p23"/>
          <p:cNvSpPr txBox="1"/>
          <p:nvPr>
            <p:ph type="body" idx="4"/>
          </p:nvPr>
        </p:nvSpPr>
        <p:spPr>
          <a:xfrm>
            <a:off x="6172200" y="2505075"/>
            <a:ext cx="5183188" cy="368458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747" name="Google Shape;44;p23"/>
          <p:cNvSpPr txBox="1"/>
          <p:nvPr>
            <p:ph type="dt" idx="10"/>
          </p:nvPr>
        </p:nvSpPr>
        <p:spPr>
          <a:xfrm>
            <a:off x="11169248" y="6447461"/>
            <a:ext cx="106481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48" name="Google Shape;45;p23"/>
          <p:cNvSpPr txBox="1"/>
          <p:nvPr>
            <p:ph type="ftr" idx="11"/>
          </p:nvPr>
        </p:nvSpPr>
        <p:spPr>
          <a:xfrm>
            <a:off x="7439811" y="6438644"/>
            <a:ext cx="512524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49" name="Google Shape;46;p23"/>
          <p:cNvSpPr txBox="1"/>
          <p:nvPr>
            <p:ph type="sldNum" idx="12"/>
          </p:nvPr>
        </p:nvSpPr>
        <p:spPr>
          <a:xfrm>
            <a:off x="8610600" y="6356350"/>
            <a:ext cx="2743200" cy="365125"/>
          </a:xfrm>
          <a:prstGeom prst="rect"/>
          <a:noFill/>
          <a:ln>
            <a:noFill/>
          </a:ln>
        </p:spPr>
        <p:txBody>
          <a:bodyPr anchor="t" anchorCtr="0" bIns="45700" lIns="91425" rIns="91425" spcFirstLastPara="1" tIns="45700" wrap="square">
            <a:noAutofit/>
          </a:bodyPr>
          <a:lstStyle>
            <a:lvl1pPr algn="l" indent="0" lvl="0"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1pPr>
            <a:lvl2pPr algn="l" indent="0" lvl="1"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2pPr>
            <a:lvl3pPr algn="l" indent="0" lvl="2"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3pPr>
            <a:lvl4pPr algn="l" indent="0" lvl="3"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4pPr>
            <a:lvl5pPr algn="l" indent="0" lvl="4"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5pPr>
            <a:lvl6pPr algn="l" indent="0" lvl="5"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6pPr>
            <a:lvl7pPr algn="l" indent="0" lvl="6"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7pPr>
            <a:lvl8pPr algn="l" indent="0" lvl="7"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8pPr>
            <a:lvl9pPr algn="l" indent="0" lvl="8"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9pPr>
          </a:lstStyle>
          <a:p>
            <a:pPr algn="l"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21" name="Shape 47"/>
        <p:cNvGrpSpPr/>
        <p:nvPr/>
      </p:nvGrpSpPr>
      <p:grpSpPr>
        <a:xfrm>
          <a:off x="0" y="0"/>
          <a:ext cx="0" cy="0"/>
          <a:chOff x="0" y="0"/>
          <a:chExt cx="0" cy="0"/>
        </a:xfrm>
      </p:grpSpPr>
      <p:sp>
        <p:nvSpPr>
          <p:cNvPr id="1048711" name="Google Shape;48;p24"/>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4400"/>
              <a:buFont typeface="Verdana"/>
              <a:buNone/>
              <a:defRPr b="1">
                <a:latin typeface="Verdana"/>
                <a:ea typeface="Verdana"/>
                <a:cs typeface="Verdana"/>
                <a:sym typeface="Verdana"/>
              </a:defRPr>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12" name="Google Shape;49;p24"/>
          <p:cNvSpPr txBox="1"/>
          <p:nvPr>
            <p:ph type="dt" idx="10"/>
          </p:nvPr>
        </p:nvSpPr>
        <p:spPr>
          <a:xfrm>
            <a:off x="11169248" y="6447461"/>
            <a:ext cx="106481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13" name="Google Shape;50;p24"/>
          <p:cNvSpPr txBox="1"/>
          <p:nvPr>
            <p:ph type="ftr" idx="11"/>
          </p:nvPr>
        </p:nvSpPr>
        <p:spPr>
          <a:xfrm>
            <a:off x="7439811" y="6438644"/>
            <a:ext cx="512524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14" name="Google Shape;51;p24"/>
          <p:cNvSpPr txBox="1"/>
          <p:nvPr>
            <p:ph type="sldNum" idx="12"/>
          </p:nvPr>
        </p:nvSpPr>
        <p:spPr>
          <a:xfrm>
            <a:off x="8610600" y="6356350"/>
            <a:ext cx="2743200" cy="365125"/>
          </a:xfrm>
          <a:prstGeom prst="rect"/>
          <a:noFill/>
          <a:ln>
            <a:noFill/>
          </a:ln>
        </p:spPr>
        <p:txBody>
          <a:bodyPr anchor="t" anchorCtr="0" bIns="45700" lIns="91425" rIns="91425" spcFirstLastPara="1" tIns="45700" wrap="square">
            <a:noAutofit/>
          </a:bodyPr>
          <a:lstStyle>
            <a:lvl1pPr algn="l" indent="0" lvl="0"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1pPr>
            <a:lvl2pPr algn="l" indent="0" lvl="1"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2pPr>
            <a:lvl3pPr algn="l" indent="0" lvl="2"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3pPr>
            <a:lvl4pPr algn="l" indent="0" lvl="3"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4pPr>
            <a:lvl5pPr algn="l" indent="0" lvl="4"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5pPr>
            <a:lvl6pPr algn="l" indent="0" lvl="5"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6pPr>
            <a:lvl7pPr algn="l" indent="0" lvl="6"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7pPr>
            <a:lvl8pPr algn="l" indent="0" lvl="7"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8pPr>
            <a:lvl9pPr algn="l" indent="0" lvl="8"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9pPr>
          </a:lstStyle>
          <a:p>
            <a:pPr algn="l"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28" name="Shape 52"/>
        <p:cNvGrpSpPr/>
        <p:nvPr/>
      </p:nvGrpSpPr>
      <p:grpSpPr>
        <a:xfrm>
          <a:off x="0" y="0"/>
          <a:ext cx="0" cy="0"/>
          <a:chOff x="0" y="0"/>
          <a:chExt cx="0" cy="0"/>
        </a:xfrm>
      </p:grpSpPr>
      <p:sp>
        <p:nvSpPr>
          <p:cNvPr id="1048750" name="Google Shape;53;p25"/>
          <p:cNvSpPr txBox="1"/>
          <p:nvPr>
            <p:ph type="dt" idx="10"/>
          </p:nvPr>
        </p:nvSpPr>
        <p:spPr>
          <a:xfrm>
            <a:off x="11169248" y="6447461"/>
            <a:ext cx="106481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51" name="Google Shape;54;p25"/>
          <p:cNvSpPr txBox="1"/>
          <p:nvPr>
            <p:ph type="ftr" idx="11"/>
          </p:nvPr>
        </p:nvSpPr>
        <p:spPr>
          <a:xfrm>
            <a:off x="7439811" y="6438644"/>
            <a:ext cx="512524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52" name="Google Shape;55;p25"/>
          <p:cNvSpPr txBox="1"/>
          <p:nvPr>
            <p:ph type="sldNum" idx="12"/>
          </p:nvPr>
        </p:nvSpPr>
        <p:spPr>
          <a:xfrm>
            <a:off x="8610600" y="6356350"/>
            <a:ext cx="2743200" cy="365125"/>
          </a:xfrm>
          <a:prstGeom prst="rect"/>
          <a:noFill/>
          <a:ln>
            <a:noFill/>
          </a:ln>
        </p:spPr>
        <p:txBody>
          <a:bodyPr anchor="t" anchorCtr="0" bIns="45700" lIns="91425" rIns="91425" spcFirstLastPara="1" tIns="45700" wrap="square">
            <a:noAutofit/>
          </a:bodyPr>
          <a:lstStyle>
            <a:lvl1pPr algn="l" indent="0" lvl="0"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1pPr>
            <a:lvl2pPr algn="l" indent="0" lvl="1"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2pPr>
            <a:lvl3pPr algn="l" indent="0" lvl="2"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3pPr>
            <a:lvl4pPr algn="l" indent="0" lvl="3"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4pPr>
            <a:lvl5pPr algn="l" indent="0" lvl="4"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5pPr>
            <a:lvl6pPr algn="l" indent="0" lvl="5"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6pPr>
            <a:lvl7pPr algn="l" indent="0" lvl="6"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7pPr>
            <a:lvl8pPr algn="l" indent="0" lvl="7"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8pPr>
            <a:lvl9pPr algn="l" indent="0" lvl="8"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9pPr>
          </a:lstStyle>
          <a:p>
            <a:pPr algn="l"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29" name="Shape 56"/>
        <p:cNvGrpSpPr/>
        <p:nvPr/>
      </p:nvGrpSpPr>
      <p:grpSpPr>
        <a:xfrm>
          <a:off x="0" y="0"/>
          <a:ext cx="0" cy="0"/>
          <a:chOff x="0" y="0"/>
          <a:chExt cx="0" cy="0"/>
        </a:xfrm>
      </p:grpSpPr>
      <p:sp>
        <p:nvSpPr>
          <p:cNvPr id="1048753" name="Google Shape;57;p26"/>
          <p:cNvSpPr txBox="1"/>
          <p:nvPr>
            <p:ph type="title"/>
          </p:nvPr>
        </p:nvSpPr>
        <p:spPr>
          <a:xfrm>
            <a:off x="839788" y="457200"/>
            <a:ext cx="3932237" cy="1600200"/>
          </a:xfrm>
          <a:prstGeom prst="rect"/>
          <a:noFill/>
          <a:ln>
            <a:noFill/>
          </a:ln>
        </p:spPr>
        <p:txBody>
          <a:bodyPr anchor="b" anchorCtr="0" bIns="45700" lIns="91425" rIns="91425" spcFirstLastPara="1" tIns="45700" wrap="square">
            <a:normAutofit/>
          </a:bodyPr>
          <a:lstStyle>
            <a:lvl1pPr algn="l" lvl="0">
              <a:lnSpc>
                <a:spcPct val="90000"/>
              </a:lnSpc>
              <a:spcBef>
                <a:spcPts val="0"/>
              </a:spcBef>
              <a:spcAft>
                <a:spcPts val="0"/>
              </a:spcAft>
              <a:buClr>
                <a:schemeClr val="dk1"/>
              </a:buClr>
              <a:buSzPts val="3200"/>
              <a:buFont typeface="Verdana"/>
              <a:buNone/>
              <a:defRPr b="1" sz="3200">
                <a:latin typeface="Verdana"/>
                <a:ea typeface="Verdana"/>
                <a:cs typeface="Verdana"/>
                <a:sym typeface="Verdana"/>
              </a:defRPr>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54" name="Google Shape;58;p26"/>
          <p:cNvSpPr txBox="1"/>
          <p:nvPr>
            <p:ph type="body" idx="1"/>
          </p:nvPr>
        </p:nvSpPr>
        <p:spPr>
          <a:xfrm>
            <a:off x="5183188" y="987425"/>
            <a:ext cx="6172200" cy="4873625"/>
          </a:xfrm>
          <a:prstGeom prst="rect"/>
          <a:noFill/>
          <a:ln>
            <a:noFill/>
          </a:ln>
        </p:spPr>
        <p:txBody>
          <a:bodyPr anchor="t" anchorCtr="0" bIns="45700" lIns="91425" rIns="91425" spcFirstLastPara="1" tIns="45700" wrap="square">
            <a:normAutofit/>
          </a:bodyPr>
          <a:lstStyle>
            <a:lvl1pPr algn="l" indent="-431800" lvl="0" marL="457200">
              <a:lnSpc>
                <a:spcPct val="90000"/>
              </a:lnSpc>
              <a:spcBef>
                <a:spcPts val="1000"/>
              </a:spcBef>
              <a:spcAft>
                <a:spcPts val="0"/>
              </a:spcAft>
              <a:buClr>
                <a:schemeClr val="dk1"/>
              </a:buClr>
              <a:buSzPts val="3200"/>
              <a:buChar char="•"/>
              <a:defRPr sz="3200"/>
            </a:lvl1pPr>
            <a:lvl2pPr algn="l" indent="-406400" lvl="1" marL="914400">
              <a:lnSpc>
                <a:spcPct val="90000"/>
              </a:lnSpc>
              <a:spcBef>
                <a:spcPts val="500"/>
              </a:spcBef>
              <a:spcAft>
                <a:spcPts val="0"/>
              </a:spcAft>
              <a:buClr>
                <a:schemeClr val="dk1"/>
              </a:buClr>
              <a:buSzPts val="2800"/>
              <a:buChar char="•"/>
              <a:defRPr sz="2800"/>
            </a:lvl2pPr>
            <a:lvl3pPr algn="l" indent="-381000" lvl="2" marL="1371600">
              <a:lnSpc>
                <a:spcPct val="90000"/>
              </a:lnSpc>
              <a:spcBef>
                <a:spcPts val="500"/>
              </a:spcBef>
              <a:spcAft>
                <a:spcPts val="0"/>
              </a:spcAft>
              <a:buClr>
                <a:schemeClr val="dk1"/>
              </a:buClr>
              <a:buSzPts val="2400"/>
              <a:buChar char="•"/>
              <a:defRPr sz="2400"/>
            </a:lvl3pPr>
            <a:lvl4pPr algn="l" indent="-355600" lvl="3" marL="1828800">
              <a:lnSpc>
                <a:spcPct val="90000"/>
              </a:lnSpc>
              <a:spcBef>
                <a:spcPts val="500"/>
              </a:spcBef>
              <a:spcAft>
                <a:spcPts val="0"/>
              </a:spcAft>
              <a:buClr>
                <a:schemeClr val="dk1"/>
              </a:buClr>
              <a:buSzPts val="2000"/>
              <a:buChar char="•"/>
              <a:defRPr sz="2000"/>
            </a:lvl4pPr>
            <a:lvl5pPr algn="l" indent="-355600" lvl="4" marL="2286000">
              <a:lnSpc>
                <a:spcPct val="90000"/>
              </a:lnSpc>
              <a:spcBef>
                <a:spcPts val="500"/>
              </a:spcBef>
              <a:spcAft>
                <a:spcPts val="0"/>
              </a:spcAft>
              <a:buClr>
                <a:schemeClr val="dk1"/>
              </a:buClr>
              <a:buSzPts val="2000"/>
              <a:buChar char="•"/>
              <a:defRPr sz="2000"/>
            </a:lvl5pPr>
            <a:lvl6pPr algn="l" indent="-355600" lvl="5" marL="2743200">
              <a:lnSpc>
                <a:spcPct val="90000"/>
              </a:lnSpc>
              <a:spcBef>
                <a:spcPts val="500"/>
              </a:spcBef>
              <a:spcAft>
                <a:spcPts val="0"/>
              </a:spcAft>
              <a:buClr>
                <a:schemeClr val="dk1"/>
              </a:buClr>
              <a:buSzPts val="2000"/>
              <a:buChar char="•"/>
              <a:defRPr sz="2000"/>
            </a:lvl6pPr>
            <a:lvl7pPr algn="l" indent="-355600" lvl="6" marL="3200400">
              <a:lnSpc>
                <a:spcPct val="90000"/>
              </a:lnSpc>
              <a:spcBef>
                <a:spcPts val="500"/>
              </a:spcBef>
              <a:spcAft>
                <a:spcPts val="0"/>
              </a:spcAft>
              <a:buClr>
                <a:schemeClr val="dk1"/>
              </a:buClr>
              <a:buSzPts val="2000"/>
              <a:buChar char="•"/>
              <a:defRPr sz="2000"/>
            </a:lvl7pPr>
            <a:lvl8pPr algn="l" indent="-355600" lvl="7" marL="3657600">
              <a:lnSpc>
                <a:spcPct val="90000"/>
              </a:lnSpc>
              <a:spcBef>
                <a:spcPts val="500"/>
              </a:spcBef>
              <a:spcAft>
                <a:spcPts val="0"/>
              </a:spcAft>
              <a:buClr>
                <a:schemeClr val="dk1"/>
              </a:buClr>
              <a:buSzPts val="2000"/>
              <a:buChar char="•"/>
              <a:defRPr sz="2000"/>
            </a:lvl8pPr>
            <a:lvl9pPr algn="l" indent="-355600" lvl="8" marL="4114800">
              <a:lnSpc>
                <a:spcPct val="90000"/>
              </a:lnSpc>
              <a:spcBef>
                <a:spcPts val="500"/>
              </a:spcBef>
              <a:spcAft>
                <a:spcPts val="0"/>
              </a:spcAft>
              <a:buClr>
                <a:schemeClr val="dk1"/>
              </a:buClr>
              <a:buSzPts val="2000"/>
              <a:buChar char="•"/>
              <a:defRPr sz="2000"/>
            </a:lvl9pPr>
          </a:lstStyle>
          <a:p/>
        </p:txBody>
      </p:sp>
      <p:sp>
        <p:nvSpPr>
          <p:cNvPr id="1048755" name="Google Shape;59;p26"/>
          <p:cNvSpPr txBox="1"/>
          <p:nvPr>
            <p:ph type="body" idx="2"/>
          </p:nvPr>
        </p:nvSpPr>
        <p:spPr>
          <a:xfrm>
            <a:off x="839788" y="2057400"/>
            <a:ext cx="3932237" cy="3811588"/>
          </a:xfrm>
          <a:prstGeom prst="rect"/>
          <a:noFill/>
          <a:ln>
            <a:noFill/>
          </a:ln>
        </p:spPr>
        <p:txBody>
          <a:bodyPr anchor="t"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1600"/>
              <a:buNone/>
              <a:defRPr sz="1600"/>
            </a:lvl1pPr>
            <a:lvl2pPr algn="l" indent="-228600" lvl="1" marL="914400">
              <a:lnSpc>
                <a:spcPct val="90000"/>
              </a:lnSpc>
              <a:spcBef>
                <a:spcPts val="500"/>
              </a:spcBef>
              <a:spcAft>
                <a:spcPts val="0"/>
              </a:spcAft>
              <a:buClr>
                <a:schemeClr val="dk1"/>
              </a:buClr>
              <a:buSzPts val="1400"/>
              <a:buNone/>
              <a:defRPr sz="1400"/>
            </a:lvl2pPr>
            <a:lvl3pPr algn="l" indent="-228600" lvl="2" marL="1371600">
              <a:lnSpc>
                <a:spcPct val="90000"/>
              </a:lnSpc>
              <a:spcBef>
                <a:spcPts val="500"/>
              </a:spcBef>
              <a:spcAft>
                <a:spcPts val="0"/>
              </a:spcAft>
              <a:buClr>
                <a:schemeClr val="dk1"/>
              </a:buClr>
              <a:buSzPts val="1200"/>
              <a:buNone/>
              <a:defRPr sz="1200"/>
            </a:lvl3pPr>
            <a:lvl4pPr algn="l" indent="-228600" lvl="3" marL="1828800">
              <a:lnSpc>
                <a:spcPct val="90000"/>
              </a:lnSpc>
              <a:spcBef>
                <a:spcPts val="500"/>
              </a:spcBef>
              <a:spcAft>
                <a:spcPts val="0"/>
              </a:spcAft>
              <a:buClr>
                <a:schemeClr val="dk1"/>
              </a:buClr>
              <a:buSzPts val="1000"/>
              <a:buNone/>
              <a:defRPr sz="1000"/>
            </a:lvl4pPr>
            <a:lvl5pPr algn="l" indent="-228600" lvl="4" marL="2286000">
              <a:lnSpc>
                <a:spcPct val="90000"/>
              </a:lnSpc>
              <a:spcBef>
                <a:spcPts val="500"/>
              </a:spcBef>
              <a:spcAft>
                <a:spcPts val="0"/>
              </a:spcAft>
              <a:buClr>
                <a:schemeClr val="dk1"/>
              </a:buClr>
              <a:buSzPts val="1000"/>
              <a:buNone/>
              <a:defRPr sz="1000"/>
            </a:lvl5pPr>
            <a:lvl6pPr algn="l" indent="-228600" lvl="5" marL="2743200">
              <a:lnSpc>
                <a:spcPct val="90000"/>
              </a:lnSpc>
              <a:spcBef>
                <a:spcPts val="500"/>
              </a:spcBef>
              <a:spcAft>
                <a:spcPts val="0"/>
              </a:spcAft>
              <a:buClr>
                <a:schemeClr val="dk1"/>
              </a:buClr>
              <a:buSzPts val="1000"/>
              <a:buNone/>
              <a:defRPr sz="1000"/>
            </a:lvl6pPr>
            <a:lvl7pPr algn="l" indent="-228600" lvl="6" marL="3200400">
              <a:lnSpc>
                <a:spcPct val="90000"/>
              </a:lnSpc>
              <a:spcBef>
                <a:spcPts val="500"/>
              </a:spcBef>
              <a:spcAft>
                <a:spcPts val="0"/>
              </a:spcAft>
              <a:buClr>
                <a:schemeClr val="dk1"/>
              </a:buClr>
              <a:buSzPts val="1000"/>
              <a:buNone/>
              <a:defRPr sz="1000"/>
            </a:lvl7pPr>
            <a:lvl8pPr algn="l" indent="-228600" lvl="7" marL="3657600">
              <a:lnSpc>
                <a:spcPct val="90000"/>
              </a:lnSpc>
              <a:spcBef>
                <a:spcPts val="500"/>
              </a:spcBef>
              <a:spcAft>
                <a:spcPts val="0"/>
              </a:spcAft>
              <a:buClr>
                <a:schemeClr val="dk1"/>
              </a:buClr>
              <a:buSzPts val="1000"/>
              <a:buNone/>
              <a:defRPr sz="1000"/>
            </a:lvl8pPr>
            <a:lvl9pPr algn="l" indent="-228600" lvl="8" marL="4114800">
              <a:lnSpc>
                <a:spcPct val="90000"/>
              </a:lnSpc>
              <a:spcBef>
                <a:spcPts val="500"/>
              </a:spcBef>
              <a:spcAft>
                <a:spcPts val="0"/>
              </a:spcAft>
              <a:buClr>
                <a:schemeClr val="dk1"/>
              </a:buClr>
              <a:buSzPts val="1000"/>
              <a:buNone/>
              <a:defRPr sz="1000"/>
            </a:lvl9pPr>
          </a:lstStyle>
          <a:p/>
        </p:txBody>
      </p:sp>
      <p:sp>
        <p:nvSpPr>
          <p:cNvPr id="1048756" name="Google Shape;60;p26"/>
          <p:cNvSpPr txBox="1"/>
          <p:nvPr>
            <p:ph type="dt" idx="10"/>
          </p:nvPr>
        </p:nvSpPr>
        <p:spPr>
          <a:xfrm>
            <a:off x="11169248" y="6447461"/>
            <a:ext cx="106481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57" name="Google Shape;61;p26"/>
          <p:cNvSpPr txBox="1"/>
          <p:nvPr>
            <p:ph type="ftr" idx="11"/>
          </p:nvPr>
        </p:nvSpPr>
        <p:spPr>
          <a:xfrm>
            <a:off x="7439811" y="6438644"/>
            <a:ext cx="512524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58" name="Google Shape;62;p26"/>
          <p:cNvSpPr txBox="1"/>
          <p:nvPr>
            <p:ph type="sldNum" idx="12"/>
          </p:nvPr>
        </p:nvSpPr>
        <p:spPr>
          <a:xfrm>
            <a:off x="8610600" y="6356350"/>
            <a:ext cx="2743200" cy="365125"/>
          </a:xfrm>
          <a:prstGeom prst="rect"/>
          <a:noFill/>
          <a:ln>
            <a:noFill/>
          </a:ln>
        </p:spPr>
        <p:txBody>
          <a:bodyPr anchor="t" anchorCtr="0" bIns="45700" lIns="91425" rIns="91425" spcFirstLastPara="1" tIns="45700" wrap="square">
            <a:noAutofit/>
          </a:bodyPr>
          <a:lstStyle>
            <a:lvl1pPr algn="l" indent="0" lvl="0"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1pPr>
            <a:lvl2pPr algn="l" indent="0" lvl="1"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2pPr>
            <a:lvl3pPr algn="l" indent="0" lvl="2"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3pPr>
            <a:lvl4pPr algn="l" indent="0" lvl="3"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4pPr>
            <a:lvl5pPr algn="l" indent="0" lvl="4"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5pPr>
            <a:lvl6pPr algn="l" indent="0" lvl="5"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6pPr>
            <a:lvl7pPr algn="l" indent="0" lvl="6"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7pPr>
            <a:lvl8pPr algn="l" indent="0" lvl="7"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8pPr>
            <a:lvl9pPr algn="l" indent="0" lvl="8"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9pPr>
          </a:lstStyle>
          <a:p>
            <a:pPr algn="l"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23" name="Shape 63"/>
        <p:cNvGrpSpPr/>
        <p:nvPr/>
      </p:nvGrpSpPr>
      <p:grpSpPr>
        <a:xfrm>
          <a:off x="0" y="0"/>
          <a:ext cx="0" cy="0"/>
          <a:chOff x="0" y="0"/>
          <a:chExt cx="0" cy="0"/>
        </a:xfrm>
      </p:grpSpPr>
      <p:sp>
        <p:nvSpPr>
          <p:cNvPr id="1048720" name="Google Shape;64;p27"/>
          <p:cNvSpPr txBox="1"/>
          <p:nvPr>
            <p:ph type="title"/>
          </p:nvPr>
        </p:nvSpPr>
        <p:spPr>
          <a:xfrm>
            <a:off x="839788" y="457200"/>
            <a:ext cx="3932237" cy="1600200"/>
          </a:xfrm>
          <a:prstGeom prst="rect"/>
          <a:noFill/>
          <a:ln>
            <a:noFill/>
          </a:ln>
        </p:spPr>
        <p:txBody>
          <a:bodyPr anchor="b" anchorCtr="0" bIns="45700" lIns="91425" rIns="91425" spcFirstLastPara="1" tIns="45700" wrap="square">
            <a:normAutofit/>
          </a:bodyPr>
          <a:lstStyle>
            <a:lvl1pPr algn="l" lvl="0">
              <a:lnSpc>
                <a:spcPct val="90000"/>
              </a:lnSpc>
              <a:spcBef>
                <a:spcPts val="0"/>
              </a:spcBef>
              <a:spcAft>
                <a:spcPts val="0"/>
              </a:spcAft>
              <a:buClr>
                <a:schemeClr val="dk1"/>
              </a:buClr>
              <a:buSzPts val="3200"/>
              <a:buFont typeface="Verdana"/>
              <a:buNone/>
              <a:defRPr b="1" sz="3200">
                <a:latin typeface="Verdana"/>
                <a:ea typeface="Verdana"/>
                <a:cs typeface="Verdana"/>
                <a:sym typeface="Verdana"/>
              </a:defRPr>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21" name="Google Shape;65;p27"/>
          <p:cNvSpPr/>
          <p:nvPr>
            <p:ph type="pic" idx="2"/>
          </p:nvPr>
        </p:nvSpPr>
        <p:spPr>
          <a:xfrm>
            <a:off x="5183188" y="987425"/>
            <a:ext cx="6172200" cy="4873625"/>
          </a:xfrm>
          <a:prstGeom prst="rect"/>
          <a:noFill/>
          <a:ln>
            <a:noFill/>
          </a:ln>
        </p:spPr>
      </p:sp>
      <p:sp>
        <p:nvSpPr>
          <p:cNvPr id="1048722" name="Google Shape;66;p27"/>
          <p:cNvSpPr txBox="1"/>
          <p:nvPr>
            <p:ph type="body" idx="1"/>
          </p:nvPr>
        </p:nvSpPr>
        <p:spPr>
          <a:xfrm>
            <a:off x="839788" y="2057400"/>
            <a:ext cx="3932237" cy="3811588"/>
          </a:xfrm>
          <a:prstGeom prst="rect"/>
          <a:noFill/>
          <a:ln>
            <a:noFill/>
          </a:ln>
        </p:spPr>
        <p:txBody>
          <a:bodyPr anchor="t"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1600"/>
              <a:buNone/>
              <a:defRPr sz="1600"/>
            </a:lvl1pPr>
            <a:lvl2pPr algn="l" indent="-228600" lvl="1" marL="914400">
              <a:lnSpc>
                <a:spcPct val="90000"/>
              </a:lnSpc>
              <a:spcBef>
                <a:spcPts val="500"/>
              </a:spcBef>
              <a:spcAft>
                <a:spcPts val="0"/>
              </a:spcAft>
              <a:buClr>
                <a:schemeClr val="dk1"/>
              </a:buClr>
              <a:buSzPts val="1400"/>
              <a:buNone/>
              <a:defRPr sz="1400"/>
            </a:lvl2pPr>
            <a:lvl3pPr algn="l" indent="-228600" lvl="2" marL="1371600">
              <a:lnSpc>
                <a:spcPct val="90000"/>
              </a:lnSpc>
              <a:spcBef>
                <a:spcPts val="500"/>
              </a:spcBef>
              <a:spcAft>
                <a:spcPts val="0"/>
              </a:spcAft>
              <a:buClr>
                <a:schemeClr val="dk1"/>
              </a:buClr>
              <a:buSzPts val="1200"/>
              <a:buNone/>
              <a:defRPr sz="1200"/>
            </a:lvl3pPr>
            <a:lvl4pPr algn="l" indent="-228600" lvl="3" marL="1828800">
              <a:lnSpc>
                <a:spcPct val="90000"/>
              </a:lnSpc>
              <a:spcBef>
                <a:spcPts val="500"/>
              </a:spcBef>
              <a:spcAft>
                <a:spcPts val="0"/>
              </a:spcAft>
              <a:buClr>
                <a:schemeClr val="dk1"/>
              </a:buClr>
              <a:buSzPts val="1000"/>
              <a:buNone/>
              <a:defRPr sz="1000"/>
            </a:lvl4pPr>
            <a:lvl5pPr algn="l" indent="-228600" lvl="4" marL="2286000">
              <a:lnSpc>
                <a:spcPct val="90000"/>
              </a:lnSpc>
              <a:spcBef>
                <a:spcPts val="500"/>
              </a:spcBef>
              <a:spcAft>
                <a:spcPts val="0"/>
              </a:spcAft>
              <a:buClr>
                <a:schemeClr val="dk1"/>
              </a:buClr>
              <a:buSzPts val="1000"/>
              <a:buNone/>
              <a:defRPr sz="1000"/>
            </a:lvl5pPr>
            <a:lvl6pPr algn="l" indent="-228600" lvl="5" marL="2743200">
              <a:lnSpc>
                <a:spcPct val="90000"/>
              </a:lnSpc>
              <a:spcBef>
                <a:spcPts val="500"/>
              </a:spcBef>
              <a:spcAft>
                <a:spcPts val="0"/>
              </a:spcAft>
              <a:buClr>
                <a:schemeClr val="dk1"/>
              </a:buClr>
              <a:buSzPts val="1000"/>
              <a:buNone/>
              <a:defRPr sz="1000"/>
            </a:lvl6pPr>
            <a:lvl7pPr algn="l" indent="-228600" lvl="6" marL="3200400">
              <a:lnSpc>
                <a:spcPct val="90000"/>
              </a:lnSpc>
              <a:spcBef>
                <a:spcPts val="500"/>
              </a:spcBef>
              <a:spcAft>
                <a:spcPts val="0"/>
              </a:spcAft>
              <a:buClr>
                <a:schemeClr val="dk1"/>
              </a:buClr>
              <a:buSzPts val="1000"/>
              <a:buNone/>
              <a:defRPr sz="1000"/>
            </a:lvl7pPr>
            <a:lvl8pPr algn="l" indent="-228600" lvl="7" marL="3657600">
              <a:lnSpc>
                <a:spcPct val="90000"/>
              </a:lnSpc>
              <a:spcBef>
                <a:spcPts val="500"/>
              </a:spcBef>
              <a:spcAft>
                <a:spcPts val="0"/>
              </a:spcAft>
              <a:buClr>
                <a:schemeClr val="dk1"/>
              </a:buClr>
              <a:buSzPts val="1000"/>
              <a:buNone/>
              <a:defRPr sz="1000"/>
            </a:lvl8pPr>
            <a:lvl9pPr algn="l" indent="-228600" lvl="8" marL="4114800">
              <a:lnSpc>
                <a:spcPct val="90000"/>
              </a:lnSpc>
              <a:spcBef>
                <a:spcPts val="500"/>
              </a:spcBef>
              <a:spcAft>
                <a:spcPts val="0"/>
              </a:spcAft>
              <a:buClr>
                <a:schemeClr val="dk1"/>
              </a:buClr>
              <a:buSzPts val="1000"/>
              <a:buNone/>
              <a:defRPr sz="1000"/>
            </a:lvl9pPr>
          </a:lstStyle>
          <a:p/>
        </p:txBody>
      </p:sp>
      <p:sp>
        <p:nvSpPr>
          <p:cNvPr id="1048723" name="Google Shape;67;p27"/>
          <p:cNvSpPr txBox="1"/>
          <p:nvPr>
            <p:ph type="dt" idx="10"/>
          </p:nvPr>
        </p:nvSpPr>
        <p:spPr>
          <a:xfrm>
            <a:off x="11169248" y="6447461"/>
            <a:ext cx="106481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24" name="Google Shape;68;p27"/>
          <p:cNvSpPr txBox="1"/>
          <p:nvPr>
            <p:ph type="ftr" idx="11"/>
          </p:nvPr>
        </p:nvSpPr>
        <p:spPr>
          <a:xfrm>
            <a:off x="7439811" y="6438644"/>
            <a:ext cx="512524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25" name="Google Shape;69;p27"/>
          <p:cNvSpPr txBox="1"/>
          <p:nvPr>
            <p:ph type="sldNum" idx="12"/>
          </p:nvPr>
        </p:nvSpPr>
        <p:spPr>
          <a:xfrm>
            <a:off x="8610600" y="6356350"/>
            <a:ext cx="2743200" cy="365125"/>
          </a:xfrm>
          <a:prstGeom prst="rect"/>
          <a:noFill/>
          <a:ln>
            <a:noFill/>
          </a:ln>
        </p:spPr>
        <p:txBody>
          <a:bodyPr anchor="t" anchorCtr="0" bIns="45700" lIns="91425" rIns="91425" spcFirstLastPara="1" tIns="45700" wrap="square">
            <a:noAutofit/>
          </a:bodyPr>
          <a:lstStyle>
            <a:lvl1pPr algn="l" indent="0" lvl="0"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1pPr>
            <a:lvl2pPr algn="l" indent="0" lvl="1"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2pPr>
            <a:lvl3pPr algn="l" indent="0" lvl="2"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3pPr>
            <a:lvl4pPr algn="l" indent="0" lvl="3"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4pPr>
            <a:lvl5pPr algn="l" indent="0" lvl="4"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5pPr>
            <a:lvl6pPr algn="l" indent="0" lvl="5"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6pPr>
            <a:lvl7pPr algn="l" indent="0" lvl="6"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7pPr>
            <a:lvl8pPr algn="l" indent="0" lvl="7"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8pPr>
            <a:lvl9pPr algn="l" indent="0" lvl="8"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9pPr>
          </a:lstStyle>
          <a:p>
            <a:pPr algn="l"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24" name="Shape 70"/>
        <p:cNvGrpSpPr/>
        <p:nvPr/>
      </p:nvGrpSpPr>
      <p:grpSpPr>
        <a:xfrm>
          <a:off x="0" y="0"/>
          <a:ext cx="0" cy="0"/>
          <a:chOff x="0" y="0"/>
          <a:chExt cx="0" cy="0"/>
        </a:xfrm>
      </p:grpSpPr>
      <p:sp>
        <p:nvSpPr>
          <p:cNvPr id="1048726" name="Google Shape;71;p28"/>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4400"/>
              <a:buFont typeface="Verdana"/>
              <a:buNone/>
              <a:defRPr b="1">
                <a:latin typeface="Verdana"/>
                <a:ea typeface="Verdana"/>
                <a:cs typeface="Verdana"/>
                <a:sym typeface="Verdana"/>
              </a:defRPr>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27" name="Google Shape;72;p28"/>
          <p:cNvSpPr txBox="1"/>
          <p:nvPr>
            <p:ph type="body" idx="1"/>
          </p:nvPr>
        </p:nvSpPr>
        <p:spPr>
          <a:xfrm rot="5400000">
            <a:off x="3920331" y="-1256506"/>
            <a:ext cx="4351338" cy="10515600"/>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728" name="Google Shape;73;p28"/>
          <p:cNvSpPr txBox="1"/>
          <p:nvPr>
            <p:ph type="dt" idx="10"/>
          </p:nvPr>
        </p:nvSpPr>
        <p:spPr>
          <a:xfrm>
            <a:off x="11169248" y="6447461"/>
            <a:ext cx="106481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29" name="Google Shape;74;p28"/>
          <p:cNvSpPr txBox="1"/>
          <p:nvPr>
            <p:ph type="ftr" idx="11"/>
          </p:nvPr>
        </p:nvSpPr>
        <p:spPr>
          <a:xfrm>
            <a:off x="7439811" y="6438644"/>
            <a:ext cx="512524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30" name="Google Shape;75;p28"/>
          <p:cNvSpPr txBox="1"/>
          <p:nvPr>
            <p:ph type="sldNum" idx="12"/>
          </p:nvPr>
        </p:nvSpPr>
        <p:spPr>
          <a:xfrm>
            <a:off x="8610600" y="6356350"/>
            <a:ext cx="2743200" cy="365125"/>
          </a:xfrm>
          <a:prstGeom prst="rect"/>
          <a:noFill/>
          <a:ln>
            <a:noFill/>
          </a:ln>
        </p:spPr>
        <p:txBody>
          <a:bodyPr anchor="t" anchorCtr="0" bIns="45700" lIns="91425" rIns="91425" spcFirstLastPara="1" tIns="45700" wrap="square">
            <a:noAutofit/>
          </a:bodyPr>
          <a:lstStyle>
            <a:lvl1pPr algn="l" indent="0" lvl="0"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1pPr>
            <a:lvl2pPr algn="l" indent="0" lvl="1"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2pPr>
            <a:lvl3pPr algn="l" indent="0" lvl="2"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3pPr>
            <a:lvl4pPr algn="l" indent="0" lvl="3"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4pPr>
            <a:lvl5pPr algn="l" indent="0" lvl="4"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5pPr>
            <a:lvl6pPr algn="l" indent="0" lvl="5"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6pPr>
            <a:lvl7pPr algn="l" indent="0" lvl="6"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7pPr>
            <a:lvl8pPr algn="l" indent="0" lvl="7"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8pPr>
            <a:lvl9pPr algn="l" indent="0" lvl="8"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9pPr>
          </a:lstStyle>
          <a:p>
            <a:pPr algn="l" indent="0" lvl="0" marL="0" rtl="0">
              <a:spcBef>
                <a:spcPts val="0"/>
              </a:spcBef>
              <a:spcAft>
                <a:spcPts val="0"/>
              </a:spcAft>
              <a:buNone/>
            </a:pPr>
            <a:fld id="{00000000-1234-1234-1234-123412341234}" type="slidenum">
              <a:rPr lang="en-US"/>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22" name="Shape 76"/>
        <p:cNvGrpSpPr/>
        <p:nvPr/>
      </p:nvGrpSpPr>
      <p:grpSpPr>
        <a:xfrm>
          <a:off x="0" y="0"/>
          <a:ext cx="0" cy="0"/>
          <a:chOff x="0" y="0"/>
          <a:chExt cx="0" cy="0"/>
        </a:xfrm>
      </p:grpSpPr>
      <p:sp>
        <p:nvSpPr>
          <p:cNvPr id="1048715" name="Google Shape;77;p29"/>
          <p:cNvSpPr txBox="1"/>
          <p:nvPr>
            <p:ph type="title"/>
          </p:nvPr>
        </p:nvSpPr>
        <p:spPr>
          <a:xfrm rot="5400000">
            <a:off x="7133431" y="1956594"/>
            <a:ext cx="5811838" cy="2628900"/>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algn="l" lvl="1">
              <a:lnSpc>
                <a:spcPct val="100000"/>
              </a:lnSpc>
              <a:spcBef>
                <a:spcPts val="0"/>
              </a:spcBef>
              <a:spcAft>
                <a:spcPts val="0"/>
              </a:spcAft>
              <a:buSzPts val="1400"/>
              <a:buNone/>
            </a:lvl2pPr>
            <a:lvl3pPr algn="l" lvl="2">
              <a:lnSpc>
                <a:spcPct val="100000"/>
              </a:lnSpc>
              <a:spcBef>
                <a:spcPts val="0"/>
              </a:spcBef>
              <a:spcAft>
                <a:spcPts val="0"/>
              </a:spcAft>
              <a:buSzPts val="1400"/>
              <a:buNone/>
            </a:lvl3pPr>
            <a:lvl4pPr algn="l" lvl="3">
              <a:lnSpc>
                <a:spcPct val="100000"/>
              </a:lnSpc>
              <a:spcBef>
                <a:spcPts val="0"/>
              </a:spcBef>
              <a:spcAft>
                <a:spcPts val="0"/>
              </a:spcAft>
              <a:buSzPts val="1400"/>
              <a:buNone/>
            </a:lvl4pPr>
            <a:lvl5pPr algn="l" lvl="4">
              <a:lnSpc>
                <a:spcPct val="100000"/>
              </a:lnSpc>
              <a:spcBef>
                <a:spcPts val="0"/>
              </a:spcBef>
              <a:spcAft>
                <a:spcPts val="0"/>
              </a:spcAft>
              <a:buSzPts val="1400"/>
              <a:buNone/>
            </a:lvl5pPr>
            <a:lvl6pPr algn="l" lvl="5">
              <a:lnSpc>
                <a:spcPct val="100000"/>
              </a:lnSpc>
              <a:spcBef>
                <a:spcPts val="0"/>
              </a:spcBef>
              <a:spcAft>
                <a:spcPts val="0"/>
              </a:spcAft>
              <a:buSzPts val="1400"/>
              <a:buNone/>
            </a:lvl6pPr>
            <a:lvl7pPr algn="l" lvl="6">
              <a:lnSpc>
                <a:spcPct val="100000"/>
              </a:lnSpc>
              <a:spcBef>
                <a:spcPts val="0"/>
              </a:spcBef>
              <a:spcAft>
                <a:spcPts val="0"/>
              </a:spcAft>
              <a:buSzPts val="1400"/>
              <a:buNone/>
            </a:lvl7pPr>
            <a:lvl8pPr algn="l" lvl="7">
              <a:lnSpc>
                <a:spcPct val="100000"/>
              </a:lnSpc>
              <a:spcBef>
                <a:spcPts val="0"/>
              </a:spcBef>
              <a:spcAft>
                <a:spcPts val="0"/>
              </a:spcAft>
              <a:buSzPts val="1400"/>
              <a:buNone/>
            </a:lvl8pPr>
            <a:lvl9pPr algn="l" lvl="8">
              <a:lnSpc>
                <a:spcPct val="100000"/>
              </a:lnSpc>
              <a:spcBef>
                <a:spcPts val="0"/>
              </a:spcBef>
              <a:spcAft>
                <a:spcPts val="0"/>
              </a:spcAft>
              <a:buSzPts val="1400"/>
              <a:buNone/>
            </a:lvl9pPr>
          </a:lstStyle>
          <a:p/>
        </p:txBody>
      </p:sp>
      <p:sp>
        <p:nvSpPr>
          <p:cNvPr id="1048716" name="Google Shape;78;p29"/>
          <p:cNvSpPr txBox="1"/>
          <p:nvPr>
            <p:ph type="body" idx="1"/>
          </p:nvPr>
        </p:nvSpPr>
        <p:spPr>
          <a:xfrm rot="5400000">
            <a:off x="1799431" y="-596106"/>
            <a:ext cx="5811838" cy="7734300"/>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717" name="Google Shape;79;p29"/>
          <p:cNvSpPr txBox="1"/>
          <p:nvPr>
            <p:ph type="dt" idx="10"/>
          </p:nvPr>
        </p:nvSpPr>
        <p:spPr>
          <a:xfrm>
            <a:off x="11169248" y="6447461"/>
            <a:ext cx="106481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18" name="Google Shape;80;p29"/>
          <p:cNvSpPr txBox="1"/>
          <p:nvPr>
            <p:ph type="ftr" idx="11"/>
          </p:nvPr>
        </p:nvSpPr>
        <p:spPr>
          <a:xfrm>
            <a:off x="7439811" y="6438644"/>
            <a:ext cx="5125247" cy="365125"/>
          </a:xfrm>
          <a:prstGeom prst="rect"/>
          <a:noFill/>
          <a:ln>
            <a:noFill/>
          </a:ln>
        </p:spPr>
        <p:txBody>
          <a:bodyPr anchor="t" anchorCtr="0" bIns="45700" lIns="91425" rIns="91425" spcFirstLastPara="1" tIns="45700" wrap="square">
            <a:noAutofit/>
          </a:bodyPr>
          <a:lstStyle>
            <a:lvl1pPr algn="l" lvl="0"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chemeClr val="dk1"/>
                </a:solidFill>
                <a:latin typeface="Calibri"/>
                <a:ea typeface="Calibri"/>
                <a:cs typeface="Calibri"/>
                <a:sym typeface="Calibri"/>
              </a:defRPr>
            </a:lvl9pPr>
          </a:lstStyle>
          <a:p/>
        </p:txBody>
      </p:sp>
      <p:sp>
        <p:nvSpPr>
          <p:cNvPr id="1048719" name="Google Shape;81;p29"/>
          <p:cNvSpPr txBox="1"/>
          <p:nvPr>
            <p:ph type="sldNum" idx="12"/>
          </p:nvPr>
        </p:nvSpPr>
        <p:spPr>
          <a:xfrm>
            <a:off x="8610600" y="6356350"/>
            <a:ext cx="2743200" cy="365125"/>
          </a:xfrm>
          <a:prstGeom prst="rect"/>
          <a:noFill/>
          <a:ln>
            <a:noFill/>
          </a:ln>
        </p:spPr>
        <p:txBody>
          <a:bodyPr anchor="t" anchorCtr="0" bIns="45700" lIns="91425" rIns="91425" spcFirstLastPara="1" tIns="45700" wrap="square">
            <a:noAutofit/>
          </a:bodyPr>
          <a:lstStyle>
            <a:lvl1pPr algn="l" indent="0" lvl="0"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1pPr>
            <a:lvl2pPr algn="l" indent="0" lvl="1"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2pPr>
            <a:lvl3pPr algn="l" indent="0" lvl="2"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3pPr>
            <a:lvl4pPr algn="l" indent="0" lvl="3"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4pPr>
            <a:lvl5pPr algn="l" indent="0" lvl="4"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5pPr>
            <a:lvl6pPr algn="l" indent="0" lvl="5"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6pPr>
            <a:lvl7pPr algn="l" indent="0" lvl="6"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7pPr>
            <a:lvl8pPr algn="l" indent="0" lvl="7"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8pPr>
            <a:lvl9pPr algn="l" indent="0" lvl="8" marL="0" marR="0" rtl="0">
              <a:lnSpc>
                <a:spcPct val="100000"/>
              </a:lnSpc>
              <a:spcBef>
                <a:spcPts val="0"/>
              </a:spcBef>
              <a:spcAft>
                <a:spcPts val="0"/>
              </a:spcAft>
              <a:buClr>
                <a:srgbClr val="000000"/>
              </a:buClr>
              <a:buSzPts val="1800"/>
              <a:buFont typeface="Arial"/>
              <a:buNone/>
              <a:defRPr b="0" cap="none" sz="1800" i="0" strike="noStrike" u="none">
                <a:solidFill>
                  <a:schemeClr val="dk1"/>
                </a:solidFill>
                <a:latin typeface="Calibri"/>
                <a:ea typeface="Calibri"/>
                <a:cs typeface="Calibri"/>
                <a:sym typeface="Calibri"/>
              </a:defRPr>
            </a:lvl9pPr>
          </a:lstStyle>
          <a:p>
            <a:pPr algn="l" indent="0" lvl="0" marL="0" rtl="0">
              <a:spcBef>
                <a:spcPts val="0"/>
              </a:spcBef>
              <a:spcAft>
                <a:spcPts val="0"/>
              </a:spcAft>
              <a:buNone/>
            </a:pPr>
            <a:fld id="{00000000-1234-1234-1234-123412341234}" type="slidenum">
              <a:rPr lang="en-US"/>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p:bgPr>
    </p:bg>
    <p:spTree>
      <p:nvGrpSpPr>
        <p:cNvPr id="12" name="Shape 5"/>
        <p:cNvGrpSpPr/>
        <p:nvPr/>
      </p:nvGrpSpPr>
      <p:grpSpPr>
        <a:xfrm>
          <a:off x="0" y="0"/>
          <a:ext cx="0" cy="0"/>
          <a:chOff x="0" y="0"/>
          <a:chExt cx="0" cy="0"/>
        </a:xfrm>
      </p:grpSpPr>
      <p:sp>
        <p:nvSpPr>
          <p:cNvPr id="1048576" name="Google Shape;6;p18"/>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marR="0" rtl="0">
              <a:lnSpc>
                <a:spcPct val="90000"/>
              </a:lnSpc>
              <a:spcBef>
                <a:spcPts val="0"/>
              </a:spcBef>
              <a:spcAft>
                <a:spcPts val="0"/>
              </a:spcAft>
              <a:buClr>
                <a:schemeClr val="dk1"/>
              </a:buClr>
              <a:buSzPts val="4400"/>
              <a:buFont typeface="Verdana"/>
              <a:buNone/>
              <a:defRPr b="1" cap="none" sz="4400" i="0" strike="noStrike" u="none">
                <a:solidFill>
                  <a:schemeClr val="dk1"/>
                </a:solidFill>
                <a:latin typeface="Verdana"/>
                <a:ea typeface="Verdana"/>
                <a:cs typeface="Verdana"/>
                <a:sym typeface="Verdana"/>
              </a:defRPr>
            </a:lvl1pPr>
            <a:lvl2pPr algn="l" lvl="1"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SzPts val="1400"/>
              <a:buFont typeface="Arial"/>
              <a:buNone/>
              <a:defRPr b="0" cap="none" sz="1800" i="0" strike="noStrike" u="none">
                <a:solidFill>
                  <a:srgbClr val="000000"/>
                </a:solidFill>
                <a:latin typeface="Arial"/>
                <a:ea typeface="Arial"/>
                <a:cs typeface="Arial"/>
                <a:sym typeface="Arial"/>
              </a:defRPr>
            </a:lvl9pPr>
          </a:lstStyle>
          <a:p/>
        </p:txBody>
      </p:sp>
      <p:sp>
        <p:nvSpPr>
          <p:cNvPr id="1048577" name="Google Shape;7;p18"/>
          <p:cNvSpPr txBox="1"/>
          <p:nvPr>
            <p:ph type="body" idx="1"/>
          </p:nvPr>
        </p:nvSpPr>
        <p:spPr>
          <a:xfrm>
            <a:off x="838200" y="1825625"/>
            <a:ext cx="10515600" cy="4351338"/>
          </a:xfrm>
          <a:prstGeom prst="rect"/>
          <a:noFill/>
          <a:ln>
            <a:noFill/>
          </a:ln>
        </p:spPr>
        <p:txBody>
          <a:bodyPr anchor="t" anchorCtr="0" bIns="45700" lIns="91425" rIns="91425" spcFirstLastPara="1" tIns="45700" wrap="square">
            <a:normAutofit/>
          </a:bodyPr>
          <a:lstStyle>
            <a:lvl1pPr algn="l" indent="-406400" lvl="0" marL="457200" marR="0" rtl="0">
              <a:lnSpc>
                <a:spcPct val="90000"/>
              </a:lnSpc>
              <a:spcBef>
                <a:spcPts val="1000"/>
              </a:spcBef>
              <a:spcAft>
                <a:spcPts val="0"/>
              </a:spcAft>
              <a:buClr>
                <a:schemeClr val="dk1"/>
              </a:buClr>
              <a:buSzPts val="2800"/>
              <a:buFont typeface="Arial"/>
              <a:buChar char="•"/>
              <a:defRPr b="0" cap="none" sz="2800" i="0" strike="noStrike" u="none">
                <a:solidFill>
                  <a:schemeClr val="dk1"/>
                </a:solidFill>
                <a:latin typeface="Calibri"/>
                <a:ea typeface="Calibri"/>
                <a:cs typeface="Calibri"/>
                <a:sym typeface="Calibri"/>
              </a:defRPr>
            </a:lvl1pPr>
            <a:lvl2pPr algn="l" indent="-381000" lvl="1" marL="914400" marR="0" rtl="0">
              <a:lnSpc>
                <a:spcPct val="90000"/>
              </a:lnSpc>
              <a:spcBef>
                <a:spcPts val="500"/>
              </a:spcBef>
              <a:spcAft>
                <a:spcPts val="0"/>
              </a:spcAft>
              <a:buClr>
                <a:schemeClr val="dk1"/>
              </a:buClr>
              <a:buSzPts val="2400"/>
              <a:buFont typeface="Arial"/>
              <a:buChar char="•"/>
              <a:defRPr b="0" cap="none" sz="2400" i="0" strike="noStrike" u="none">
                <a:solidFill>
                  <a:schemeClr val="dk1"/>
                </a:solidFill>
                <a:latin typeface="Calibri"/>
                <a:ea typeface="Calibri"/>
                <a:cs typeface="Calibri"/>
                <a:sym typeface="Calibri"/>
              </a:defRPr>
            </a:lvl2pPr>
            <a:lvl3pPr algn="l" indent="-355600" lvl="2" marL="1371600" marR="0" rtl="0">
              <a:lnSpc>
                <a:spcPct val="90000"/>
              </a:lnSpc>
              <a:spcBef>
                <a:spcPts val="500"/>
              </a:spcBef>
              <a:spcAft>
                <a:spcPts val="0"/>
              </a:spcAft>
              <a:buClr>
                <a:schemeClr val="dk1"/>
              </a:buClr>
              <a:buSzPts val="2000"/>
              <a:buFont typeface="Arial"/>
              <a:buChar char="•"/>
              <a:defRPr b="0" cap="none" sz="2000" i="0" strike="noStrike" u="none">
                <a:solidFill>
                  <a:schemeClr val="dk1"/>
                </a:solidFill>
                <a:latin typeface="Calibri"/>
                <a:ea typeface="Calibri"/>
                <a:cs typeface="Calibri"/>
                <a:sym typeface="Calibri"/>
              </a:defRPr>
            </a:lvl3pPr>
            <a:lvl4pPr algn="l" indent="-342900" lvl="3" marL="1828800" marR="0" rtl="0">
              <a:lnSpc>
                <a:spcPct val="90000"/>
              </a:lnSpc>
              <a:spcBef>
                <a:spcPts val="500"/>
              </a:spcBef>
              <a:spcAft>
                <a:spcPts val="0"/>
              </a:spcAft>
              <a:buClr>
                <a:schemeClr val="dk1"/>
              </a:buClr>
              <a:buSzPts val="1800"/>
              <a:buFont typeface="Arial"/>
              <a:buChar char="•"/>
              <a:defRPr b="0" cap="none" sz="1800" i="0" strike="noStrike" u="none">
                <a:solidFill>
                  <a:schemeClr val="dk1"/>
                </a:solidFill>
                <a:latin typeface="Calibri"/>
                <a:ea typeface="Calibri"/>
                <a:cs typeface="Calibri"/>
                <a:sym typeface="Calibri"/>
              </a:defRPr>
            </a:lvl4pPr>
            <a:lvl5pPr algn="l" indent="-342900" lvl="4" marL="2286000" marR="0" rtl="0">
              <a:lnSpc>
                <a:spcPct val="90000"/>
              </a:lnSpc>
              <a:spcBef>
                <a:spcPts val="500"/>
              </a:spcBef>
              <a:spcAft>
                <a:spcPts val="0"/>
              </a:spcAft>
              <a:buClr>
                <a:schemeClr val="dk1"/>
              </a:buClr>
              <a:buSzPts val="1800"/>
              <a:buFont typeface="Arial"/>
              <a:buChar char="•"/>
              <a:defRPr b="0" cap="none" sz="1800" i="0" strike="noStrike" u="none">
                <a:solidFill>
                  <a:schemeClr val="dk1"/>
                </a:solidFill>
                <a:latin typeface="Calibri"/>
                <a:ea typeface="Calibri"/>
                <a:cs typeface="Calibri"/>
                <a:sym typeface="Calibri"/>
              </a:defRPr>
            </a:lvl5pPr>
            <a:lvl6pPr algn="l" indent="-342900" lvl="5" marL="2743200" marR="0" rtl="0">
              <a:lnSpc>
                <a:spcPct val="90000"/>
              </a:lnSpc>
              <a:spcBef>
                <a:spcPts val="500"/>
              </a:spcBef>
              <a:spcAft>
                <a:spcPts val="0"/>
              </a:spcAft>
              <a:buClr>
                <a:schemeClr val="dk1"/>
              </a:buClr>
              <a:buSzPts val="1800"/>
              <a:buFont typeface="Arial"/>
              <a:buChar char="•"/>
              <a:defRPr b="0" cap="none" sz="1800" i="0" strike="noStrike" u="none">
                <a:solidFill>
                  <a:schemeClr val="dk1"/>
                </a:solidFill>
                <a:latin typeface="Calibri"/>
                <a:ea typeface="Calibri"/>
                <a:cs typeface="Calibri"/>
                <a:sym typeface="Calibri"/>
              </a:defRPr>
            </a:lvl6pPr>
            <a:lvl7pPr algn="l" indent="-342900" lvl="6" marL="3200400" marR="0" rtl="0">
              <a:lnSpc>
                <a:spcPct val="90000"/>
              </a:lnSpc>
              <a:spcBef>
                <a:spcPts val="500"/>
              </a:spcBef>
              <a:spcAft>
                <a:spcPts val="0"/>
              </a:spcAft>
              <a:buClr>
                <a:schemeClr val="dk1"/>
              </a:buClr>
              <a:buSzPts val="1800"/>
              <a:buFont typeface="Arial"/>
              <a:buChar char="•"/>
              <a:defRPr b="0" cap="none" sz="1800" i="0" strike="noStrike" u="none">
                <a:solidFill>
                  <a:schemeClr val="dk1"/>
                </a:solidFill>
                <a:latin typeface="Calibri"/>
                <a:ea typeface="Calibri"/>
                <a:cs typeface="Calibri"/>
                <a:sym typeface="Calibri"/>
              </a:defRPr>
            </a:lvl7pPr>
            <a:lvl8pPr algn="l" indent="-342900" lvl="7" marL="3657600" marR="0" rtl="0">
              <a:lnSpc>
                <a:spcPct val="90000"/>
              </a:lnSpc>
              <a:spcBef>
                <a:spcPts val="500"/>
              </a:spcBef>
              <a:spcAft>
                <a:spcPts val="0"/>
              </a:spcAft>
              <a:buClr>
                <a:schemeClr val="dk1"/>
              </a:buClr>
              <a:buSzPts val="1800"/>
              <a:buFont typeface="Arial"/>
              <a:buChar char="•"/>
              <a:defRPr b="0" cap="none" sz="1800" i="0" strike="noStrike" u="none">
                <a:solidFill>
                  <a:schemeClr val="dk1"/>
                </a:solidFill>
                <a:latin typeface="Calibri"/>
                <a:ea typeface="Calibri"/>
                <a:cs typeface="Calibri"/>
                <a:sym typeface="Calibri"/>
              </a:defRPr>
            </a:lvl8pPr>
            <a:lvl9pPr algn="l" indent="-342900" lvl="8" marL="4114800" marR="0" rtl="0">
              <a:lnSpc>
                <a:spcPct val="90000"/>
              </a:lnSpc>
              <a:spcBef>
                <a:spcPts val="500"/>
              </a:spcBef>
              <a:spcAft>
                <a:spcPts val="0"/>
              </a:spcAft>
              <a:buClr>
                <a:schemeClr val="dk1"/>
              </a:buClr>
              <a:buSzPts val="1800"/>
              <a:buFont typeface="Arial"/>
              <a:buChar char="•"/>
              <a:defRPr b="0" cap="none" sz="1800" i="0" strike="noStrike" u="none">
                <a:solidFill>
                  <a:schemeClr val="dk1"/>
                </a:solidFill>
                <a:latin typeface="Calibri"/>
                <a:ea typeface="Calibri"/>
                <a:cs typeface="Calibri"/>
                <a:sym typeface="Calibri"/>
              </a:defRPr>
            </a:lvl9pPr>
          </a:lstStyle>
          <a:p/>
        </p:txBody>
      </p:sp>
      <p:grpSp>
        <p:nvGrpSpPr>
          <p:cNvPr id="13" name="Google Shape;8;p18"/>
          <p:cNvGrpSpPr/>
          <p:nvPr/>
        </p:nvGrpSpPr>
        <p:grpSpPr>
          <a:xfrm>
            <a:off x="-28575" y="4348"/>
            <a:ext cx="12262640" cy="6824822"/>
            <a:chOff x="-28575" y="4348"/>
            <a:chExt cx="12262640" cy="6824822"/>
          </a:xfrm>
        </p:grpSpPr>
        <p:sp>
          <p:nvSpPr>
            <p:cNvPr id="1048578" name="Google Shape;9;p18"/>
            <p:cNvSpPr/>
            <p:nvPr/>
          </p:nvSpPr>
          <p:spPr>
            <a:xfrm>
              <a:off x="-28575" y="6413245"/>
              <a:ext cx="12262640" cy="415925"/>
            </a:xfrm>
            <a:prstGeom prst="rect"/>
            <a:solidFill>
              <a:srgbClr val="00017A"/>
            </a:solidFill>
            <a:ln w="12700" cap="flat" cmpd="sng">
              <a:solidFill>
                <a:srgbClr val="00017A"/>
              </a:solidFill>
              <a:prstDash val="solid"/>
              <a:miter lim="800000"/>
              <a:headEnd type="none" w="sm" len="sm"/>
              <a:tailEnd type="none" w="sm" len="sm"/>
            </a:ln>
          </p:spPr>
          <p:txBody>
            <a:bodyPr anchor="ctr" anchorCtr="0" bIns="45700" lIns="91425" rIns="91425" spcFirstLastPara="1" tIns="45700" wrap="square">
              <a:noAutofit/>
            </a:bodyPr>
            <a:p>
              <a:pPr algn="r" indent="0" lvl="0" marL="0" marR="0" rtl="0">
                <a:lnSpc>
                  <a:spcPct val="100000"/>
                </a:lnSpc>
                <a:spcBef>
                  <a:spcPts val="0"/>
                </a:spcBef>
                <a:spcAft>
                  <a:spcPts val="0"/>
                </a:spcAft>
                <a:buClr>
                  <a:schemeClr val="lt1"/>
                </a:buClr>
                <a:buSzPts val="1800"/>
                <a:buFont typeface="Calibri"/>
                <a:buNone/>
              </a:pPr>
              <a:r>
                <a:rPr b="1" cap="none" sz="1800" i="0" lang="en-US" strike="noStrike" u="none">
                  <a:solidFill>
                    <a:schemeClr val="lt1"/>
                  </a:solidFill>
                  <a:latin typeface="Calibri"/>
                  <a:ea typeface="Calibri"/>
                  <a:cs typeface="Calibri"/>
                  <a:sym typeface="Calibri"/>
                </a:rPr>
                <a:t>Sarjana Teknik Informatika</a:t>
              </a:r>
              <a:endParaRPr b="0" cap="none" sz="1400" i="0" strike="noStrike" u="none">
                <a:solidFill>
                  <a:srgbClr val="000000"/>
                </a:solidFill>
                <a:latin typeface="Arial"/>
                <a:ea typeface="Arial"/>
                <a:cs typeface="Arial"/>
                <a:sym typeface="Arial"/>
              </a:endParaRPr>
            </a:p>
          </p:txBody>
        </p:sp>
        <p:sp>
          <p:nvSpPr>
            <p:cNvPr id="1048579" name="Google Shape;10;p18"/>
            <p:cNvSpPr/>
            <p:nvPr/>
          </p:nvSpPr>
          <p:spPr>
            <a:xfrm>
              <a:off x="80166" y="6348158"/>
              <a:ext cx="2743200" cy="356788"/>
            </a:xfrm>
            <a:prstGeom prst="rect"/>
            <a:solidFill>
              <a:srgbClr val="FFB900"/>
            </a:solidFill>
            <a:ln w="12700" cap="flat" cmpd="sng">
              <a:solidFill>
                <a:srgbClr val="FFB900"/>
              </a:solidFill>
              <a:prstDash val="solid"/>
              <a:miter lim="800000"/>
              <a:headEnd type="none" w="sm" len="sm"/>
              <a:tailEnd type="none" w="sm" len="sm"/>
            </a:ln>
          </p:spPr>
          <p:txBody>
            <a:bodyPr anchor="ctr" anchorCtr="0" bIns="45700" lIns="91425" rIns="91425" spcFirstLastPara="1" tIns="45700" wrap="square">
              <a:noAutofit/>
            </a:bodyPr>
            <a:p>
              <a:pPr algn="ctr" indent="0" lvl="0" marL="0" marR="0" rtl="0">
                <a:lnSpc>
                  <a:spcPct val="100000"/>
                </a:lnSpc>
                <a:spcBef>
                  <a:spcPts val="0"/>
                </a:spcBef>
                <a:spcAft>
                  <a:spcPts val="0"/>
                </a:spcAft>
                <a:buClr>
                  <a:srgbClr val="000000"/>
                </a:buClr>
                <a:buSzPts val="1800"/>
                <a:buFont typeface="Arial"/>
                <a:buNone/>
              </a:pPr>
              <a:r>
                <a:rPr b="0" cap="none" sz="1800" i="0" lang="en-US" strike="noStrike" u="none">
                  <a:solidFill>
                    <a:schemeClr val="lt1"/>
                  </a:solidFill>
                  <a:latin typeface="Calibri"/>
                  <a:ea typeface="Calibri"/>
                  <a:cs typeface="Calibri"/>
                  <a:sym typeface="Calibri"/>
                </a:rPr>
                <a:t>www.dinus.ac.id</a:t>
              </a:r>
              <a:endParaRPr b="0" cap="none" sz="1400" i="0" strike="noStrike" u="none">
                <a:solidFill>
                  <a:srgbClr val="000000"/>
                </a:solidFill>
                <a:latin typeface="Arial"/>
                <a:ea typeface="Arial"/>
                <a:cs typeface="Arial"/>
                <a:sym typeface="Arial"/>
              </a:endParaRPr>
            </a:p>
          </p:txBody>
        </p:sp>
        <p:sp>
          <p:nvSpPr>
            <p:cNvPr id="1048580" name="Google Shape;11;p18"/>
            <p:cNvSpPr/>
            <p:nvPr/>
          </p:nvSpPr>
          <p:spPr>
            <a:xfrm>
              <a:off x="-19050" y="4348"/>
              <a:ext cx="12243590" cy="144878"/>
            </a:xfrm>
            <a:prstGeom prst="rect"/>
            <a:solidFill>
              <a:srgbClr val="FFB900"/>
            </a:solidFill>
            <a:ln w="12700" cap="flat" cmpd="sng">
              <a:solidFill>
                <a:srgbClr val="FFB900"/>
              </a:solidFill>
              <a:prstDash val="solid"/>
              <a:miter lim="800000"/>
              <a:headEnd type="none" w="sm" len="sm"/>
              <a:tailEnd type="none" w="sm" len="sm"/>
            </a:ln>
          </p:spPr>
          <p:txBody>
            <a:bodyPr anchor="ctr" anchorCtr="0" bIns="45700" lIns="91425" rIns="91425" spcFirstLastPara="1" tIns="45700" wrap="square">
              <a:noAutofit/>
            </a:bodyPr>
            <a:p>
              <a:pPr algn="ctr" indent="0" lvl="0" marL="0" marR="0" rtl="0">
                <a:lnSpc>
                  <a:spcPct val="100000"/>
                </a:lnSpc>
                <a:spcBef>
                  <a:spcPts val="0"/>
                </a:spcBef>
                <a:spcAft>
                  <a:spcPts val="0"/>
                </a:spcAft>
                <a:buClr>
                  <a:srgbClr val="000000"/>
                </a:buClr>
                <a:buSzPts val="2400"/>
                <a:buFont typeface="Arial"/>
                <a:buNone/>
              </a:pPr>
              <a:r>
                <a:t/>
              </a:r>
              <a:endParaRPr b="0" cap="none" sz="2400" i="0" strike="noStrike" u="none">
                <a:solidFill>
                  <a:schemeClr val="lt1"/>
                </a:solidFill>
                <a:latin typeface="Calibri"/>
                <a:ea typeface="Calibri"/>
                <a:cs typeface="Calibri"/>
                <a:sym typeface="Calibri"/>
              </a:endParaRPr>
            </a:p>
          </p:txBody>
        </p:sp>
      </p:grpSp>
    </p:spTree>
  </p:cSld>
  <p:clrMap accent1="accent1" accent2="accent2" accent3="accent3" accent4="accent4" accent5="accent5" accent6="accent6" bg1="lt1" bg2="dk2" tx1="dk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php.net/manual/en/oop5.intro.php" TargetMode="Externa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7.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www.php.net/manual/en/language.oop5.overloading.php" TargetMode="Externa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6" name="Shape 85"/>
        <p:cNvGrpSpPr/>
        <p:nvPr/>
      </p:nvGrpSpPr>
      <p:grpSpPr>
        <a:xfrm>
          <a:off x="0" y="0"/>
          <a:ext cx="0" cy="0"/>
          <a:chOff x="0" y="0"/>
          <a:chExt cx="0" cy="0"/>
        </a:xfrm>
      </p:grpSpPr>
      <p:sp>
        <p:nvSpPr>
          <p:cNvPr id="1048585" name="Google Shape;86;p1"/>
          <p:cNvSpPr txBox="1"/>
          <p:nvPr>
            <p:ph type="ctrTitle"/>
          </p:nvPr>
        </p:nvSpPr>
        <p:spPr>
          <a:xfrm>
            <a:off x="1545196" y="873680"/>
            <a:ext cx="10255637" cy="2387600"/>
          </a:xfrm>
          <a:prstGeom prst="rect"/>
          <a:noFill/>
          <a:ln>
            <a:noFill/>
          </a:ln>
        </p:spPr>
        <p:txBody>
          <a:bodyPr anchor="b" anchorCtr="0" bIns="45700" lIns="91425" rIns="91425" spcFirstLastPara="1" tIns="45700" wrap="square">
            <a:normAutofit/>
          </a:bodyPr>
          <a:p>
            <a:pPr algn="r" indent="0" lvl="0" marL="0" rtl="0">
              <a:lnSpc>
                <a:spcPct val="90000"/>
              </a:lnSpc>
              <a:spcBef>
                <a:spcPts val="0"/>
              </a:spcBef>
              <a:spcAft>
                <a:spcPts val="0"/>
              </a:spcAft>
              <a:buClr>
                <a:schemeClr val="dk1"/>
              </a:buClr>
              <a:buSzPts val="4800"/>
              <a:buFont typeface="Verdana"/>
              <a:buNone/>
            </a:pPr>
            <a:r>
              <a:rPr lang="en-US">
                <a:solidFill>
                  <a:schemeClr val="dk1"/>
                </a:solidFill>
              </a:rPr>
              <a:t>Pemrograman Web Lanjut</a:t>
            </a:r>
            <a:endParaRPr>
              <a:solidFill>
                <a:schemeClr val="dk1"/>
              </a:solidFill>
            </a:endParaRPr>
          </a:p>
        </p:txBody>
      </p:sp>
      <p:sp>
        <p:nvSpPr>
          <p:cNvPr id="1048586" name="Google Shape;87;p1"/>
          <p:cNvSpPr txBox="1"/>
          <p:nvPr>
            <p:ph type="subTitle" idx="1"/>
          </p:nvPr>
        </p:nvSpPr>
        <p:spPr>
          <a:xfrm>
            <a:off x="5739825" y="3898714"/>
            <a:ext cx="6051176" cy="527907"/>
          </a:xfrm>
          <a:prstGeom prst="rect"/>
          <a:noFill/>
          <a:ln>
            <a:noFill/>
          </a:ln>
        </p:spPr>
        <p:txBody>
          <a:bodyPr anchor="t" anchorCtr="0" bIns="45700" lIns="91425" rIns="91425" spcFirstLastPara="1" tIns="45700" wrap="square">
            <a:normAutofit fontScale="95833"/>
          </a:bodyPr>
          <a:p>
            <a:pPr algn="r" indent="0" lvl="0" marL="0" rtl="0">
              <a:lnSpc>
                <a:spcPct val="90000"/>
              </a:lnSpc>
              <a:spcBef>
                <a:spcPts val="0"/>
              </a:spcBef>
              <a:spcAft>
                <a:spcPts val="0"/>
              </a:spcAft>
              <a:buClr>
                <a:schemeClr val="dk1"/>
              </a:buClr>
              <a:buSzPts val="2400"/>
              <a:buNone/>
            </a:pPr>
            <a:r>
              <a:rPr sz="2400" lang="en-US">
                <a:solidFill>
                  <a:schemeClr val="dk1"/>
                </a:solidFill>
                <a:latin typeface="Calibri"/>
                <a:ea typeface="Calibri"/>
                <a:cs typeface="Calibri"/>
                <a:sym typeface="Calibri"/>
              </a:rPr>
              <a:t>2 - Pemrograman Berbasis Objek dengan PHP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6" name="Shape 91"/>
        <p:cNvGrpSpPr/>
        <p:nvPr/>
      </p:nvGrpSpPr>
      <p:grpSpPr>
        <a:xfrm>
          <a:off x="0" y="0"/>
          <a:ext cx="0" cy="0"/>
          <a:chOff x="0" y="0"/>
          <a:chExt cx="0" cy="0"/>
        </a:xfrm>
      </p:grpSpPr>
      <p:sp>
        <p:nvSpPr>
          <p:cNvPr id="1048594" name="Google Shape;92;p2"/>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lang="en-US"/>
              <a:t>Pokok Bahasan</a:t>
            </a:r>
          </a:p>
        </p:txBody>
      </p:sp>
      <p:graphicFrame>
        <p:nvGraphicFramePr>
          <p:cNvPr id="4194304" name="Google Shape;93;p2"/>
          <p:cNvGraphicFramePr>
            <a:graphicFrameLocks/>
          </p:cNvGraphicFramePr>
          <p:nvPr/>
        </p:nvGraphicFramePr>
        <p:xfrm>
          <a:off x="838200" y="1689145"/>
          <a:ext cx="3000000" cy="3000000"/>
        </p:xfrm>
        <a:graphic>
          <a:graphicData uri="http://schemas.openxmlformats.org/drawingml/2006/table">
            <a:tbl>
              <a:tblPr firstRow="1" bandRow="1">
                <a:noFill/>
                <a:tableStyleId>{9A73095A-A32D-4FB4-BC7F-51B607455516}</a:tableStyleId>
              </a:tblPr>
              <a:tblGrid>
                <a:gridCol w="495300"/>
                <a:gridCol w="10020300"/>
              </a:tblGrid>
              <a:tr h="370850">
                <a:tc>
                  <a:txBody>
                    <a:bodyPr/>
                    <a:p>
                      <a:pPr algn="l" indent="0" lvl="0" marL="0" marR="0" rtl="0">
                        <a:lnSpc>
                          <a:spcPct val="100000"/>
                        </a:lnSpc>
                        <a:spcBef>
                          <a:spcPts val="0"/>
                        </a:spcBef>
                        <a:spcAft>
                          <a:spcPts val="0"/>
                        </a:spcAft>
                        <a:buClr>
                          <a:srgbClr val="000000"/>
                        </a:buClr>
                        <a:buSzPts val="2400"/>
                        <a:buFont typeface="Arial"/>
                        <a:buNone/>
                      </a:pPr>
                      <a:r>
                        <a:t/>
                      </a:r>
                      <a:endParaRPr cap="none" sz="2400" strike="noStrike" u="none"/>
                    </a:p>
                  </a:txBody>
                  <a:tcPr marL="91450" marR="91450" marT="45725" marB="45725"/>
                </a:tc>
                <a:tc>
                  <a:txBody>
                    <a:bodyPr/>
                    <a:p>
                      <a:pPr algn="l" indent="0" lvl="0" marL="0" marR="0" rtl="0">
                        <a:lnSpc>
                          <a:spcPct val="100000"/>
                        </a:lnSpc>
                        <a:spcBef>
                          <a:spcPts val="0"/>
                        </a:spcBef>
                        <a:spcAft>
                          <a:spcPts val="0"/>
                        </a:spcAft>
                        <a:buClr>
                          <a:srgbClr val="000000"/>
                        </a:buClr>
                        <a:buSzPts val="2400"/>
                        <a:buFont typeface="Arial"/>
                        <a:buNone/>
                      </a:pPr>
                      <a:r>
                        <a:t/>
                      </a:r>
                      <a:endParaRPr cap="none" sz="2400" strike="noStrike" u="none"/>
                    </a:p>
                  </a:txBody>
                  <a:tcPr marL="91450" marR="91450" marT="45725" marB="45725"/>
                </a:tc>
              </a:tr>
              <a:tr h="370850">
                <a:tc>
                  <a:txBody>
                    <a:bodyPr/>
                    <a:p>
                      <a:pPr algn="l" indent="0" lvl="0" marL="0" marR="0" rtl="0">
                        <a:lnSpc>
                          <a:spcPct val="100000"/>
                        </a:lnSpc>
                        <a:spcBef>
                          <a:spcPts val="0"/>
                        </a:spcBef>
                        <a:spcAft>
                          <a:spcPts val="0"/>
                        </a:spcAft>
                        <a:buClr>
                          <a:srgbClr val="000000"/>
                        </a:buClr>
                        <a:buSzPts val="2400"/>
                        <a:buFont typeface="Arial"/>
                        <a:buNone/>
                      </a:pPr>
                      <a:r>
                        <a:rPr cap="none" sz="2400" lang="en-US" strike="noStrike" u="none"/>
                        <a:t>1</a:t>
                      </a:r>
                      <a:endParaRPr cap="none" sz="2400" strike="noStrike" u="none"/>
                    </a:p>
                  </a:txBody>
                  <a:tcPr marL="91450" marR="91450" marT="45725" marB="45725"/>
                </a:tc>
                <a:tc>
                  <a:txBody>
                    <a:bodyPr/>
                    <a:p>
                      <a:pPr algn="l" indent="0" lvl="0" marL="0" marR="0" rtl="0">
                        <a:lnSpc>
                          <a:spcPct val="100000"/>
                        </a:lnSpc>
                        <a:spcBef>
                          <a:spcPts val="0"/>
                        </a:spcBef>
                        <a:spcAft>
                          <a:spcPts val="0"/>
                        </a:spcAft>
                        <a:buClr>
                          <a:srgbClr val="000000"/>
                        </a:buClr>
                        <a:buSzPts val="2400"/>
                        <a:buFont typeface="Arial"/>
                        <a:buNone/>
                      </a:pPr>
                      <a:r>
                        <a:rPr cap="none" sz="2400" lang="en-US" strike="noStrike" u="none"/>
                        <a:t>Konsep Pemrograman Berorientasi Objek</a:t>
                      </a:r>
                      <a:endParaRPr cap="none" sz="2400" strike="noStrike" u="none"/>
                    </a:p>
                  </a:txBody>
                  <a:tcPr marL="91450" marR="91450" marT="45725" marB="45725"/>
                </a:tc>
              </a:tr>
              <a:tr h="370850">
                <a:tc>
                  <a:txBody>
                    <a:bodyPr/>
                    <a:p>
                      <a:pPr algn="l" indent="0" lvl="0" marL="0" marR="0" rtl="0">
                        <a:lnSpc>
                          <a:spcPct val="100000"/>
                        </a:lnSpc>
                        <a:spcBef>
                          <a:spcPts val="0"/>
                        </a:spcBef>
                        <a:spcAft>
                          <a:spcPts val="0"/>
                        </a:spcAft>
                        <a:buClr>
                          <a:srgbClr val="000000"/>
                        </a:buClr>
                        <a:buSzPts val="2400"/>
                        <a:buFont typeface="Arial"/>
                        <a:buNone/>
                      </a:pPr>
                      <a:r>
                        <a:rPr cap="none" sz="2400" lang="en-US" strike="noStrike" u="none"/>
                        <a:t>2</a:t>
                      </a:r>
                      <a:endParaRPr cap="none" sz="2400" strike="noStrike" u="none"/>
                    </a:p>
                  </a:txBody>
                  <a:tcPr marL="91450" marR="91450" marT="45725" marB="45725"/>
                </a:tc>
                <a:tc>
                  <a:txBody>
                    <a:bodyPr/>
                    <a:p>
                      <a:pPr algn="l" indent="0" lvl="0" marL="0" marR="0" rtl="0">
                        <a:lnSpc>
                          <a:spcPct val="100000"/>
                        </a:lnSpc>
                        <a:spcBef>
                          <a:spcPts val="0"/>
                        </a:spcBef>
                        <a:spcAft>
                          <a:spcPts val="0"/>
                        </a:spcAft>
                        <a:buClr>
                          <a:srgbClr val="000000"/>
                        </a:buClr>
                        <a:buSzPts val="2400"/>
                        <a:buFont typeface="Arial"/>
                        <a:buNone/>
                      </a:pPr>
                      <a:r>
                        <a:rPr cap="none" sz="2400" lang="en-US" strike="noStrike" u="none"/>
                        <a:t>Class dan Object</a:t>
                      </a:r>
                      <a:endParaRPr cap="none" sz="2400" strike="noStrike" u="none"/>
                    </a:p>
                  </a:txBody>
                  <a:tcPr marL="91450" marR="91450" marT="45725" marB="45725"/>
                </a:tc>
              </a:tr>
              <a:tr h="370850">
                <a:tc>
                  <a:txBody>
                    <a:bodyPr/>
                    <a:p>
                      <a:pPr algn="l" indent="0" lvl="0" marL="0" marR="0" rtl="0">
                        <a:lnSpc>
                          <a:spcPct val="100000"/>
                        </a:lnSpc>
                        <a:spcBef>
                          <a:spcPts val="0"/>
                        </a:spcBef>
                        <a:spcAft>
                          <a:spcPts val="0"/>
                        </a:spcAft>
                        <a:buClr>
                          <a:srgbClr val="000000"/>
                        </a:buClr>
                        <a:buSzPts val="2400"/>
                        <a:buFont typeface="Arial"/>
                        <a:buNone/>
                      </a:pPr>
                      <a:r>
                        <a:rPr cap="none" sz="2400" lang="en-US" strike="noStrike" u="none"/>
                        <a:t>3</a:t>
                      </a:r>
                      <a:endParaRPr cap="none" sz="2400" strike="noStrike" u="none"/>
                    </a:p>
                  </a:txBody>
                  <a:tcPr marL="91450" marR="91450" marT="45725" marB="45725"/>
                </a:tc>
                <a:tc>
                  <a:txBody>
                    <a:bodyPr/>
                    <a:p>
                      <a:pPr algn="l" indent="0" lvl="0" marL="0" marR="0" rtl="0">
                        <a:lnSpc>
                          <a:spcPct val="100000"/>
                        </a:lnSpc>
                        <a:spcBef>
                          <a:spcPts val="0"/>
                        </a:spcBef>
                        <a:spcAft>
                          <a:spcPts val="0"/>
                        </a:spcAft>
                        <a:buClr>
                          <a:srgbClr val="000000"/>
                        </a:buClr>
                        <a:buSzPts val="2400"/>
                        <a:buFont typeface="Arial"/>
                        <a:buNone/>
                      </a:pPr>
                      <a:r>
                        <a:rPr cap="none" sz="2400" lang="en-US" strike="noStrike" u="none"/>
                        <a:t>Property dan Method</a:t>
                      </a:r>
                      <a:endParaRPr cap="none" sz="2400" strike="noStrike" u="none"/>
                    </a:p>
                  </a:txBody>
                  <a:tcPr marL="91450" marR="91450" marT="45725" marB="45725"/>
                </a:tc>
              </a:tr>
              <a:tr h="370850">
                <a:tc>
                  <a:txBody>
                    <a:bodyPr/>
                    <a:p>
                      <a:pPr algn="l" indent="0" lvl="0" marL="0" marR="0" rtl="0">
                        <a:lnSpc>
                          <a:spcPct val="100000"/>
                        </a:lnSpc>
                        <a:spcBef>
                          <a:spcPts val="0"/>
                        </a:spcBef>
                        <a:spcAft>
                          <a:spcPts val="0"/>
                        </a:spcAft>
                        <a:buClr>
                          <a:srgbClr val="000000"/>
                        </a:buClr>
                        <a:buSzPts val="2400"/>
                        <a:buFont typeface="Arial"/>
                        <a:buNone/>
                      </a:pPr>
                      <a:r>
                        <a:rPr cap="none" sz="2400" lang="en-US" strike="noStrike" u="none"/>
                        <a:t>4</a:t>
                      </a:r>
                      <a:endParaRPr cap="none" sz="2400" strike="noStrike" u="none"/>
                    </a:p>
                  </a:txBody>
                  <a:tcPr marL="91450" marR="91450" marT="45725" marB="45725"/>
                </a:tc>
                <a:tc>
                  <a:txBody>
                    <a:bodyPr/>
                    <a:p>
                      <a:pPr algn="l" indent="0" lvl="0" marL="0" marR="0" rtl="0">
                        <a:lnSpc>
                          <a:spcPct val="100000"/>
                        </a:lnSpc>
                        <a:spcBef>
                          <a:spcPts val="0"/>
                        </a:spcBef>
                        <a:spcAft>
                          <a:spcPts val="0"/>
                        </a:spcAft>
                        <a:buClr>
                          <a:schemeClr val="dk1"/>
                        </a:buClr>
                        <a:buSzPts val="2400"/>
                        <a:buFont typeface="Calibri"/>
                        <a:buNone/>
                      </a:pPr>
                      <a:r>
                        <a:rPr cap="none" sz="2400" lang="en-US" strike="noStrike" u="none"/>
                        <a:t>Constructor</a:t>
                      </a:r>
                      <a:endParaRPr cap="none" sz="2400" strike="noStrike" u="none"/>
                    </a:p>
                  </a:txBody>
                  <a:tcPr marL="91450" marR="91450" marT="45725" marB="45725"/>
                </a:tc>
              </a:tr>
              <a:tr h="370850">
                <a:tc>
                  <a:txBody>
                    <a:bodyPr/>
                    <a:p>
                      <a:pPr algn="l" indent="0" lvl="0" marL="0" marR="0" rtl="0">
                        <a:lnSpc>
                          <a:spcPct val="100000"/>
                        </a:lnSpc>
                        <a:spcBef>
                          <a:spcPts val="0"/>
                        </a:spcBef>
                        <a:spcAft>
                          <a:spcPts val="0"/>
                        </a:spcAft>
                        <a:buClr>
                          <a:srgbClr val="000000"/>
                        </a:buClr>
                        <a:buSzPts val="2400"/>
                        <a:buFont typeface="Arial"/>
                        <a:buNone/>
                      </a:pPr>
                      <a:r>
                        <a:rPr cap="none" sz="2400" lang="en-US" strike="noStrike" u="none"/>
                        <a:t>5</a:t>
                      </a:r>
                      <a:endParaRPr cap="none" sz="2400" strike="noStrike" u="none"/>
                    </a:p>
                  </a:txBody>
                  <a:tcPr marL="91450" marR="91450" marT="45725" marB="45725"/>
                </a:tc>
                <a:tc>
                  <a:txBody>
                    <a:bodyPr/>
                    <a:p>
                      <a:pPr algn="l" indent="0" lvl="0" marL="0" marR="0" rtl="0">
                        <a:lnSpc>
                          <a:spcPct val="100000"/>
                        </a:lnSpc>
                        <a:spcBef>
                          <a:spcPts val="0"/>
                        </a:spcBef>
                        <a:spcAft>
                          <a:spcPts val="0"/>
                        </a:spcAft>
                        <a:buClr>
                          <a:srgbClr val="000000"/>
                        </a:buClr>
                        <a:buSzPts val="2400"/>
                        <a:buFont typeface="Arial"/>
                        <a:buNone/>
                      </a:pPr>
                      <a:r>
                        <a:rPr cap="none" sz="2400" lang="en-US" strike="noStrike" u="none"/>
                        <a:t>Access Modifier</a:t>
                      </a:r>
                      <a:endParaRPr cap="none" sz="2400" strike="noStrike" u="none"/>
                    </a:p>
                  </a:txBody>
                  <a:tcPr marL="91450" marR="91450" marT="45725" marB="45725"/>
                </a:tc>
              </a:tr>
              <a:tr h="370850">
                <a:tc>
                  <a:txBody>
                    <a:bodyPr/>
                    <a:p>
                      <a:pPr algn="l" indent="0" lvl="0" marL="0" marR="0" rtl="0">
                        <a:lnSpc>
                          <a:spcPct val="100000"/>
                        </a:lnSpc>
                        <a:spcBef>
                          <a:spcPts val="0"/>
                        </a:spcBef>
                        <a:spcAft>
                          <a:spcPts val="0"/>
                        </a:spcAft>
                        <a:buClr>
                          <a:srgbClr val="000000"/>
                        </a:buClr>
                        <a:buSzPts val="2400"/>
                        <a:buFont typeface="Arial"/>
                        <a:buNone/>
                      </a:pPr>
                      <a:r>
                        <a:rPr cap="none" sz="2400" lang="en-US" strike="noStrike" u="none"/>
                        <a:t>6</a:t>
                      </a:r>
                      <a:endParaRPr cap="none" sz="2400" strike="noStrike" u="none"/>
                    </a:p>
                  </a:txBody>
                  <a:tcPr marL="91450" marR="91450" marT="45725" marB="45725"/>
                </a:tc>
                <a:tc>
                  <a:txBody>
                    <a:bodyPr/>
                    <a:p>
                      <a:pPr algn="l" indent="0" lvl="0" marL="0" marR="0" rtl="0">
                        <a:lnSpc>
                          <a:spcPct val="100000"/>
                        </a:lnSpc>
                        <a:spcBef>
                          <a:spcPts val="0"/>
                        </a:spcBef>
                        <a:spcAft>
                          <a:spcPts val="0"/>
                        </a:spcAft>
                        <a:buClr>
                          <a:srgbClr val="000000"/>
                        </a:buClr>
                        <a:buSzPts val="2400"/>
                        <a:buFont typeface="Arial"/>
                        <a:buNone/>
                      </a:pPr>
                      <a:r>
                        <a:rPr cap="none" sz="2400" lang="en-US" strike="noStrike" u="none"/>
                        <a:t>Encapsulation</a:t>
                      </a:r>
                      <a:endParaRPr cap="none" sz="2400" strike="noStrike" u="none"/>
                    </a:p>
                  </a:txBody>
                  <a:tcPr marL="91450" marR="91450" marT="45725" marB="45725"/>
                </a:tc>
              </a:tr>
              <a:tr h="370850">
                <a:tc>
                  <a:txBody>
                    <a:bodyPr/>
                    <a:p>
                      <a:pPr algn="l" indent="0" lvl="0" marL="0" marR="0" rtl="0">
                        <a:lnSpc>
                          <a:spcPct val="100000"/>
                        </a:lnSpc>
                        <a:spcBef>
                          <a:spcPts val="0"/>
                        </a:spcBef>
                        <a:spcAft>
                          <a:spcPts val="0"/>
                        </a:spcAft>
                        <a:buClr>
                          <a:srgbClr val="000000"/>
                        </a:buClr>
                        <a:buSzPts val="2400"/>
                        <a:buFont typeface="Arial"/>
                        <a:buNone/>
                      </a:pPr>
                      <a:r>
                        <a:rPr b="0" cap="none" sz="2400" lang="en-US" strike="noStrike" u="none"/>
                        <a:t>7</a:t>
                      </a:r>
                      <a:endParaRPr b="0" cap="none" sz="2400" strike="noStrike" u="none"/>
                    </a:p>
                  </a:txBody>
                  <a:tcPr marL="91450" marR="91450" marT="45725" marB="45725"/>
                </a:tc>
                <a:tc>
                  <a:txBody>
                    <a:bodyPr/>
                    <a:p>
                      <a:pPr algn="l" indent="0" lvl="0" marL="0" marR="0" rtl="0">
                        <a:lnSpc>
                          <a:spcPct val="100000"/>
                        </a:lnSpc>
                        <a:spcBef>
                          <a:spcPts val="0"/>
                        </a:spcBef>
                        <a:spcAft>
                          <a:spcPts val="0"/>
                        </a:spcAft>
                        <a:buClr>
                          <a:srgbClr val="000000"/>
                        </a:buClr>
                        <a:buSzPts val="2400"/>
                        <a:buFont typeface="Arial"/>
                        <a:buNone/>
                      </a:pPr>
                      <a:r>
                        <a:rPr cap="none" sz="2400" lang="en-US" strike="noStrike" u="none"/>
                        <a:t>Inheritance</a:t>
                      </a:r>
                      <a:endParaRPr cap="none" sz="2400" strike="noStrike" u="none"/>
                    </a:p>
                  </a:txBody>
                  <a:tcPr marL="91450" marR="91450" marT="45725" marB="45725"/>
                </a:tc>
              </a:tr>
              <a:tr h="370850">
                <a:tc>
                  <a:txBody>
                    <a:bodyPr/>
                    <a:p>
                      <a:pPr algn="l" indent="0" lvl="0" marL="0" marR="0" rtl="0">
                        <a:lnSpc>
                          <a:spcPct val="100000"/>
                        </a:lnSpc>
                        <a:spcBef>
                          <a:spcPts val="0"/>
                        </a:spcBef>
                        <a:spcAft>
                          <a:spcPts val="0"/>
                        </a:spcAft>
                        <a:buClr>
                          <a:srgbClr val="000000"/>
                        </a:buClr>
                        <a:buSzPts val="2400"/>
                        <a:buFont typeface="Arial"/>
                        <a:buNone/>
                      </a:pPr>
                      <a:r>
                        <a:rPr b="0" cap="none" sz="2400" lang="en-US" strike="noStrike" u="none"/>
                        <a:t>8</a:t>
                      </a:r>
                      <a:endParaRPr b="0" cap="none" sz="2400" strike="noStrike" u="none"/>
                    </a:p>
                  </a:txBody>
                  <a:tcPr marL="91450" marR="91450" marT="45725" marB="45725"/>
                </a:tc>
                <a:tc>
                  <a:txBody>
                    <a:bodyPr/>
                    <a:p>
                      <a:pPr algn="l" indent="0" lvl="0" marL="0" marR="0" rtl="0">
                        <a:lnSpc>
                          <a:spcPct val="100000"/>
                        </a:lnSpc>
                        <a:spcBef>
                          <a:spcPts val="0"/>
                        </a:spcBef>
                        <a:spcAft>
                          <a:spcPts val="0"/>
                        </a:spcAft>
                        <a:buClr>
                          <a:srgbClr val="000000"/>
                        </a:buClr>
                        <a:buSzPts val="2400"/>
                        <a:buFont typeface="Arial"/>
                        <a:buNone/>
                      </a:pPr>
                      <a:r>
                        <a:rPr cap="none" sz="2400" lang="en-US" strike="noStrike" u="none"/>
                        <a:t>Polymorphism</a:t>
                      </a:r>
                      <a:endParaRPr cap="none" sz="2400" strike="noStrike" u="none"/>
                    </a:p>
                  </a:txBody>
                  <a:tcPr marL="91450" marR="91450" marT="45725" marB="45725"/>
                </a:tc>
              </a:tr>
            </a:tbl>
          </a:graphicData>
        </a:graphic>
      </p:graphicFrame>
      <p:sp>
        <p:nvSpPr>
          <p:cNvPr id="1048595" name="Google Shape;94;p2"/>
          <p:cNvSpPr txBox="1"/>
          <p:nvPr/>
        </p:nvSpPr>
        <p:spPr>
          <a:xfrm>
            <a:off x="736600" y="5959716"/>
            <a:ext cx="4848379" cy="624799"/>
          </a:xfrm>
          <a:prstGeom prst="rect"/>
          <a:noFill/>
          <a:ln>
            <a:noFill/>
          </a:ln>
        </p:spPr>
        <p:txBody>
          <a:bodyPr anchor="t" anchorCtr="0" bIns="45700" lIns="91425" rIns="91425" spcFirstLastPara="1" tIns="45700" wrap="square">
            <a:spAutoFit/>
          </a:bodyPr>
          <a:p>
            <a:pPr algn="l" indent="0" lvl="0" marL="0" marR="0" rtl="0">
              <a:lnSpc>
                <a:spcPct val="100000"/>
              </a:lnSpc>
              <a:spcBef>
                <a:spcPts val="0"/>
              </a:spcBef>
              <a:spcAft>
                <a:spcPts val="0"/>
              </a:spcAft>
              <a:buClr>
                <a:srgbClr val="000000"/>
              </a:buClr>
              <a:buSzPts val="1800"/>
              <a:buFont typeface="Arial"/>
              <a:buNone/>
            </a:pPr>
            <a:r>
              <a:rPr b="0" cap="none" sz="1800" i="0" lang="en-US" strike="noStrike" u="sng">
                <a:solidFill>
                  <a:schemeClr val="dk1"/>
                </a:solidFill>
                <a:latin typeface="Calibri"/>
                <a:ea typeface="Calibri"/>
                <a:cs typeface="Calibri"/>
                <a:sym typeface="Calibri"/>
                <a:hlinkClick r:id="rId1"/>
              </a:rPr>
              <a:t>https://www.php.net/manual/en/oop5.intro.php</a:t>
            </a:r>
            <a:r>
              <a:rPr b="0" cap="none" sz="1800" i="0" lang="en-US" strike="noStrike" u="none">
                <a:solidFill>
                  <a:schemeClr val="dk1"/>
                </a:solidFill>
                <a:latin typeface="Calibri"/>
                <a:ea typeface="Calibri"/>
                <a:cs typeface="Calibri"/>
                <a:sym typeface="Calibri"/>
              </a:rPr>
              <a:t> </a:t>
            </a:r>
            <a:endParaRPr b="0" cap="none" sz="1400" i="0" strike="noStrike" u="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9" name="Shape 98"/>
        <p:cNvGrpSpPr/>
        <p:nvPr/>
      </p:nvGrpSpPr>
      <p:grpSpPr>
        <a:xfrm>
          <a:off x="0" y="0"/>
          <a:ext cx="0" cy="0"/>
          <a:chOff x="0" y="0"/>
          <a:chExt cx="0" cy="0"/>
        </a:xfrm>
      </p:grpSpPr>
      <p:sp>
        <p:nvSpPr>
          <p:cNvPr id="1048598" name="Google Shape;99;p3"/>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3200"/>
              <a:buFont typeface="Verdana"/>
              <a:buNone/>
            </a:pPr>
            <a:r>
              <a:rPr sz="3200" lang="en-US"/>
              <a:t>Konsep Pemrograman Berorientasi Objek</a:t>
            </a:r>
            <a:endParaRPr sz="3200"/>
          </a:p>
        </p:txBody>
      </p:sp>
      <p:sp>
        <p:nvSpPr>
          <p:cNvPr id="1048599" name="Google Shape;100;p3"/>
          <p:cNvSpPr txBox="1"/>
          <p:nvPr>
            <p:ph type="body" idx="1"/>
          </p:nvPr>
        </p:nvSpPr>
        <p:spPr>
          <a:xfrm>
            <a:off x="838200" y="1825625"/>
            <a:ext cx="6275522" cy="4351338"/>
          </a:xfrm>
          <a:prstGeom prst="rect"/>
          <a:noFill/>
          <a:ln>
            <a:noFill/>
          </a:ln>
        </p:spPr>
        <p:txBody>
          <a:bodyPr anchor="t" anchorCtr="0" bIns="45700" lIns="91425" rIns="91425" spcFirstLastPara="1" tIns="45700" wrap="square">
            <a:normAutofit/>
          </a:bodyPr>
          <a:p>
            <a:pPr algn="l" indent="-215900" lvl="0" marL="228600" rtl="0">
              <a:lnSpc>
                <a:spcPct val="80000"/>
              </a:lnSpc>
              <a:spcBef>
                <a:spcPts val="0"/>
              </a:spcBef>
              <a:spcAft>
                <a:spcPts val="0"/>
              </a:spcAft>
              <a:buClr>
                <a:schemeClr val="dk1"/>
              </a:buClr>
              <a:buSzPts val="2200"/>
              <a:buChar char="•"/>
            </a:pPr>
            <a:r>
              <a:rPr b="1" sz="2200" lang="en-US"/>
              <a:t>Prosedural</a:t>
            </a:r>
            <a:r>
              <a:rPr sz="2200" lang="en-US"/>
              <a:t> : </a:t>
            </a:r>
            <a:br>
              <a:rPr sz="2200" lang="en-US"/>
            </a:br>
            <a:r>
              <a:rPr sz="2200" lang="en-US"/>
              <a:t>Baris demi baris dieksekusi secara berurutan mulai dari baris atas hingga bawah, dimana semua data dan kode digabung menjadi satu bagian dalam satu program.</a:t>
            </a:r>
            <a:endParaRPr sz="2600"/>
          </a:p>
          <a:p>
            <a:pPr algn="l" indent="-76200" lvl="0" marL="228600" rtl="0">
              <a:lnSpc>
                <a:spcPct val="80000"/>
              </a:lnSpc>
              <a:spcBef>
                <a:spcPts val="1000"/>
              </a:spcBef>
              <a:spcAft>
                <a:spcPts val="0"/>
              </a:spcAft>
              <a:buClr>
                <a:schemeClr val="dk1"/>
              </a:buClr>
              <a:buSzPts val="2400"/>
              <a:buNone/>
            </a:pPr>
            <a:r>
              <a:t/>
            </a:r>
            <a:endParaRPr sz="2200"/>
          </a:p>
          <a:p>
            <a:pPr algn="l" indent="-215900" lvl="0" marL="228600" rtl="0">
              <a:lnSpc>
                <a:spcPct val="80000"/>
              </a:lnSpc>
              <a:spcBef>
                <a:spcPts val="1000"/>
              </a:spcBef>
              <a:spcAft>
                <a:spcPts val="0"/>
              </a:spcAft>
              <a:buClr>
                <a:schemeClr val="dk1"/>
              </a:buClr>
              <a:buSzPts val="2200"/>
              <a:buChar char="•"/>
            </a:pPr>
            <a:r>
              <a:rPr b="1" sz="2200" lang="en-US"/>
              <a:t>Berorientasi objek</a:t>
            </a:r>
            <a:r>
              <a:rPr sz="2200" lang="en-US"/>
              <a:t> : </a:t>
            </a:r>
            <a:br>
              <a:rPr sz="2200" lang="en-US"/>
            </a:br>
            <a:r>
              <a:rPr sz="2200" lang="en-US"/>
              <a:t>Berdasarkan pada kelas dan objek dengan cara memodelkan semua hal seperti dalam dunia nyata. Memiliki konsep modular, kemudahan untuk digunakan kembali, dan kemudahan modifikasi. Data dan aksi berada dalam satu tempat yang disebut dengan objek</a:t>
            </a:r>
            <a:endParaRPr sz="2200"/>
          </a:p>
        </p:txBody>
      </p:sp>
      <p:pic>
        <p:nvPicPr>
          <p:cNvPr id="2097154" name="Google Shape;101;p3"/>
          <p:cNvPicPr preferRelativeResize="0">
            <a:picLocks/>
          </p:cNvPicPr>
          <p:nvPr/>
        </p:nvPicPr>
        <p:blipFill rotWithShape="1">
          <a:blip xmlns:r="http://schemas.openxmlformats.org/officeDocument/2006/relationships" r:embed="rId1">
            <a:alphaModFix/>
          </a:blip>
          <a:srcRect l="2084" t="25433" r="2637" b="5324"/>
          <a:stretch>
            <a:fillRect/>
          </a:stretch>
        </p:blipFill>
        <p:spPr>
          <a:xfrm>
            <a:off x="7228295" y="1825625"/>
            <a:ext cx="4794026" cy="2613026"/>
          </a:xfrm>
          <a:prstGeom prst="rect"/>
          <a:noFill/>
          <a:ln>
            <a:noFill/>
          </a:ln>
        </p:spPr>
      </p:pic>
      <p:sp>
        <p:nvSpPr>
          <p:cNvPr id="1048600" name="Google Shape;102;p3"/>
          <p:cNvSpPr txBox="1"/>
          <p:nvPr/>
        </p:nvSpPr>
        <p:spPr>
          <a:xfrm>
            <a:off x="7293227" y="4826000"/>
            <a:ext cx="4664162" cy="1209000"/>
          </a:xfrm>
          <a:prstGeom prst="rect"/>
          <a:solidFill>
            <a:srgbClr val="D8E2F3"/>
          </a:solidFill>
          <a:ln>
            <a:noFill/>
          </a:ln>
        </p:spPr>
        <p:txBody>
          <a:bodyPr anchor="t" anchorCtr="0" bIns="45700" lIns="91425" rIns="91425" spcFirstLastPara="1" tIns="45700" wrap="square">
            <a:spAutoFit/>
          </a:bodyPr>
          <a:p>
            <a:pPr algn="l" indent="0" lvl="0" marL="0" marR="0" rtl="0">
              <a:lnSpc>
                <a:spcPct val="100000"/>
              </a:lnSpc>
              <a:spcBef>
                <a:spcPts val="0"/>
              </a:spcBef>
              <a:spcAft>
                <a:spcPts val="0"/>
              </a:spcAft>
              <a:buClr>
                <a:srgbClr val="000000"/>
              </a:buClr>
              <a:buSzPts val="2000"/>
              <a:buFont typeface="Arial"/>
              <a:buNone/>
            </a:pPr>
            <a:r>
              <a:rPr b="0" cap="none" sz="2000" i="0" lang="en-US" strike="noStrike" u="none">
                <a:solidFill>
                  <a:schemeClr val="dk1"/>
                </a:solidFill>
                <a:latin typeface="Calibri"/>
                <a:ea typeface="Calibri"/>
                <a:cs typeface="Calibri"/>
                <a:sym typeface="Calibri"/>
              </a:rPr>
              <a:t>Contoh : Sistem Akademik</a:t>
            </a:r>
            <a:endParaRPr b="0" cap="none" sz="2000" i="0" strike="noStrike" u="none">
              <a:solidFill>
                <a:schemeClr val="dk1"/>
              </a:solidFill>
              <a:latin typeface="Calibri"/>
              <a:ea typeface="Calibri"/>
              <a:cs typeface="Calibri"/>
              <a:sym typeface="Calibri"/>
            </a:endParaRPr>
          </a:p>
          <a:p>
            <a:pPr algn="l" indent="0" lvl="0" marL="0" marR="0" rtl="0">
              <a:lnSpc>
                <a:spcPct val="100000"/>
              </a:lnSpc>
              <a:spcBef>
                <a:spcPts val="0"/>
              </a:spcBef>
              <a:spcAft>
                <a:spcPts val="0"/>
              </a:spcAft>
              <a:buClr>
                <a:srgbClr val="000000"/>
              </a:buClr>
              <a:buSzPts val="2000"/>
              <a:buFont typeface="Arial"/>
              <a:buNone/>
            </a:pPr>
            <a:r>
              <a:rPr b="0" cap="none" sz="2000" i="0" lang="en-US" strike="noStrike" u="none">
                <a:solidFill>
                  <a:schemeClr val="dk1"/>
                </a:solidFill>
                <a:latin typeface="Calibri"/>
                <a:ea typeface="Calibri"/>
                <a:cs typeface="Calibri"/>
                <a:sym typeface="Calibri"/>
              </a:rPr>
              <a:t>Objek : Mahasiswa, Dosen, Mata Kuliah, dll</a:t>
            </a:r>
            <a:endParaRPr b="0" cap="none" sz="2000" i="0" strike="noStrike" u="none">
              <a:solidFill>
                <a:schemeClr val="dk1"/>
              </a:solidFill>
              <a:latin typeface="Calibri"/>
              <a:ea typeface="Calibri"/>
              <a:cs typeface="Calibri"/>
              <a:sym typeface="Calibri"/>
            </a:endParaRPr>
          </a:p>
          <a:p>
            <a:pPr algn="l" indent="0" lvl="0" marL="0" marR="0" rtl="0">
              <a:lnSpc>
                <a:spcPct val="100000"/>
              </a:lnSpc>
              <a:spcBef>
                <a:spcPts val="0"/>
              </a:spcBef>
              <a:spcAft>
                <a:spcPts val="0"/>
              </a:spcAft>
              <a:buClr>
                <a:srgbClr val="000000"/>
              </a:buClr>
              <a:buSzPts val="2000"/>
              <a:buFont typeface="Arial"/>
              <a:buNone/>
            </a:pPr>
            <a:r>
              <a:t/>
            </a:r>
            <a:endParaRPr b="0" cap="none" sz="2000" i="0" strike="noStrike" u="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2" name="Shape 106"/>
        <p:cNvGrpSpPr/>
        <p:nvPr/>
      </p:nvGrpSpPr>
      <p:grpSpPr>
        <a:xfrm>
          <a:off x="0" y="0"/>
          <a:ext cx="0" cy="0"/>
          <a:chOff x="0" y="0"/>
          <a:chExt cx="0" cy="0"/>
        </a:xfrm>
      </p:grpSpPr>
      <p:sp>
        <p:nvSpPr>
          <p:cNvPr id="1048603" name="Google Shape;107;p4"/>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sz="4400" lang="en-US"/>
              <a:t>Class dan Object</a:t>
            </a:r>
          </a:p>
        </p:txBody>
      </p:sp>
      <p:sp>
        <p:nvSpPr>
          <p:cNvPr id="1048604" name="Google Shape;108;p4"/>
          <p:cNvSpPr txBox="1"/>
          <p:nvPr>
            <p:ph type="body" idx="1"/>
          </p:nvPr>
        </p:nvSpPr>
        <p:spPr>
          <a:xfrm>
            <a:off x="838200" y="1825625"/>
            <a:ext cx="8064500" cy="4351338"/>
          </a:xfrm>
          <a:prstGeom prst="rect"/>
          <a:noFill/>
          <a:ln>
            <a:noFill/>
          </a:ln>
        </p:spPr>
        <p:txBody>
          <a:bodyPr anchor="t" anchorCtr="0" bIns="45700" lIns="91425" rIns="91425" spcFirstLastPara="1" tIns="45700" wrap="square">
            <a:normAutofit fontScale="87500" lnSpcReduction="20000"/>
          </a:bodyPr>
          <a:p>
            <a:pPr algn="l" indent="-228600" lvl="0" marL="228600" rtl="0">
              <a:lnSpc>
                <a:spcPct val="90000"/>
              </a:lnSpc>
              <a:spcBef>
                <a:spcPts val="0"/>
              </a:spcBef>
              <a:spcAft>
                <a:spcPts val="0"/>
              </a:spcAft>
              <a:buClr>
                <a:schemeClr val="dk1"/>
              </a:buClr>
              <a:buSzPct val="100000"/>
              <a:buChar char="•"/>
            </a:pPr>
            <a:r>
              <a:rPr sz="2400" lang="en-US"/>
              <a:t>Class adalah cetak biru (blueprint) atau kontrak yang menentukan apa yang akan menjadi bidang data dan metode objek.</a:t>
            </a:r>
          </a:p>
          <a:p>
            <a:pPr algn="l" indent="-228600" lvl="1" marL="685800" rtl="0">
              <a:lnSpc>
                <a:spcPct val="90000"/>
              </a:lnSpc>
              <a:spcBef>
                <a:spcPts val="500"/>
              </a:spcBef>
              <a:spcAft>
                <a:spcPts val="0"/>
              </a:spcAft>
              <a:buClr>
                <a:schemeClr val="dk1"/>
              </a:buClr>
              <a:buSzPct val="100000"/>
              <a:buChar char="•"/>
            </a:pPr>
            <a:r>
              <a:rPr sz="1800" lang="en-US"/>
              <a:t>Contoh : buku modul, tagihan pembayaran, mahasiswa, dll</a:t>
            </a:r>
            <a:endParaRPr sz="1800"/>
          </a:p>
          <a:p>
            <a:pPr algn="l" indent="-122872" lvl="1" marL="685800" rtl="0">
              <a:lnSpc>
                <a:spcPct val="90000"/>
              </a:lnSpc>
              <a:spcBef>
                <a:spcPts val="500"/>
              </a:spcBef>
              <a:spcAft>
                <a:spcPts val="0"/>
              </a:spcAft>
              <a:buClr>
                <a:schemeClr val="dk1"/>
              </a:buClr>
              <a:buSzPct val="100000"/>
              <a:buNone/>
            </a:pPr>
            <a:r>
              <a:t/>
            </a:r>
            <a:endParaRPr sz="1800"/>
          </a:p>
          <a:p>
            <a:pPr algn="l" indent="-228600" lvl="0" marL="228600" rtl="0">
              <a:lnSpc>
                <a:spcPct val="90000"/>
              </a:lnSpc>
              <a:spcBef>
                <a:spcPts val="1000"/>
              </a:spcBef>
              <a:spcAft>
                <a:spcPts val="0"/>
              </a:spcAft>
              <a:buClr>
                <a:schemeClr val="dk1"/>
              </a:buClr>
              <a:buSzPct val="100000"/>
              <a:buChar char="•"/>
            </a:pPr>
            <a:r>
              <a:rPr sz="2400" lang="en-US"/>
              <a:t>Objek sendiri mewaliki representasi entitas di dunia nyata dapat diidentifikasi secara jelas. Objek memiliki identitas, status, dan perilaku yang unik. Objek adalah turunan dari kelas.</a:t>
            </a:r>
            <a:endParaRPr sz="2400"/>
          </a:p>
          <a:p>
            <a:pPr algn="l" indent="-228600" lvl="1" marL="685800" rtl="0">
              <a:lnSpc>
                <a:spcPct val="90000"/>
              </a:lnSpc>
              <a:spcBef>
                <a:spcPts val="500"/>
              </a:spcBef>
              <a:spcAft>
                <a:spcPts val="0"/>
              </a:spcAft>
              <a:buClr>
                <a:schemeClr val="dk1"/>
              </a:buClr>
              <a:buSzPct val="100000"/>
              <a:buChar char="•"/>
            </a:pPr>
            <a:r>
              <a:rPr sz="1800" lang="en-US"/>
              <a:t>Contoh : </a:t>
            </a:r>
          </a:p>
          <a:p>
            <a:pPr algn="l" indent="-228600" lvl="2" marL="1143000" rtl="0">
              <a:lnSpc>
                <a:spcPct val="90000"/>
              </a:lnSpc>
              <a:spcBef>
                <a:spcPts val="500"/>
              </a:spcBef>
              <a:spcAft>
                <a:spcPts val="0"/>
              </a:spcAft>
              <a:buClr>
                <a:schemeClr val="dk1"/>
              </a:buClr>
              <a:buSzPct val="100000"/>
              <a:buChar char="•"/>
            </a:pPr>
            <a:r>
              <a:rPr sz="1600" lang="en-US"/>
              <a:t>Buku modul dengan no ISBN 12345612345677 dan judul pemrograman web</a:t>
            </a:r>
          </a:p>
          <a:p>
            <a:pPr algn="l" indent="-228600" lvl="2" marL="1143000" rtl="0">
              <a:lnSpc>
                <a:spcPct val="90000"/>
              </a:lnSpc>
              <a:spcBef>
                <a:spcPts val="500"/>
              </a:spcBef>
              <a:spcAft>
                <a:spcPts val="0"/>
              </a:spcAft>
              <a:buClr>
                <a:schemeClr val="dk1"/>
              </a:buClr>
              <a:buSzPct val="100000"/>
              <a:buChar char="•"/>
            </a:pPr>
            <a:r>
              <a:rPr sz="1600" lang="en-US"/>
              <a:t>Tagihan pembayaran dengan nomor INV12345 dan nominal Rp 150.000,00</a:t>
            </a:r>
          </a:p>
          <a:p>
            <a:pPr algn="l" indent="-228600" lvl="2" marL="1143000" rtl="0">
              <a:lnSpc>
                <a:spcPct val="90000"/>
              </a:lnSpc>
              <a:spcBef>
                <a:spcPts val="500"/>
              </a:spcBef>
              <a:spcAft>
                <a:spcPts val="0"/>
              </a:spcAft>
              <a:buClr>
                <a:schemeClr val="dk1"/>
              </a:buClr>
              <a:buSzPct val="100000"/>
              <a:buChar char="•"/>
            </a:pPr>
            <a:r>
              <a:rPr sz="1600" lang="en-US"/>
              <a:t>Obat Paracetamol dengan kode B123456 dan bentuk sirup</a:t>
            </a:r>
          </a:p>
          <a:p>
            <a:pPr algn="l" indent="-122872" lvl="1" marL="685800" rtl="0">
              <a:lnSpc>
                <a:spcPct val="90000"/>
              </a:lnSpc>
              <a:spcBef>
                <a:spcPts val="500"/>
              </a:spcBef>
              <a:spcAft>
                <a:spcPts val="0"/>
              </a:spcAft>
              <a:buClr>
                <a:schemeClr val="dk1"/>
              </a:buClr>
              <a:buSzPct val="100000"/>
              <a:buNone/>
            </a:pPr>
            <a:r>
              <a:t/>
            </a:r>
            <a:endParaRPr sz="1800"/>
          </a:p>
          <a:p>
            <a:pPr algn="l" indent="-228600" lvl="0" marL="228600" rtl="0">
              <a:lnSpc>
                <a:spcPct val="90000"/>
              </a:lnSpc>
              <a:spcBef>
                <a:spcPts val="1000"/>
              </a:spcBef>
              <a:spcAft>
                <a:spcPts val="0"/>
              </a:spcAft>
              <a:buClr>
                <a:schemeClr val="dk1"/>
              </a:buClr>
              <a:buSzPct val="100000"/>
              <a:buChar char="•"/>
            </a:pPr>
            <a:r>
              <a:rPr sz="2400" lang="en-US"/>
              <a:t>Hubungan antar class dan objek dapat dianalogikan dengan </a:t>
            </a:r>
            <a:br>
              <a:rPr sz="2400" lang="en-US"/>
            </a:br>
            <a:r>
              <a:rPr sz="2400" lang="en-US"/>
              <a:t>cetakan kue dan kue kering (cookies).</a:t>
            </a:r>
          </a:p>
          <a:p>
            <a:pPr algn="l" indent="-228600" lvl="0" marL="228600" rtl="0">
              <a:lnSpc>
                <a:spcPct val="90000"/>
              </a:lnSpc>
              <a:spcBef>
                <a:spcPts val="1000"/>
              </a:spcBef>
              <a:spcAft>
                <a:spcPts val="0"/>
              </a:spcAft>
              <a:buClr>
                <a:schemeClr val="dk1"/>
              </a:buClr>
              <a:buSzPct val="100000"/>
              <a:buChar char="•"/>
            </a:pPr>
            <a:r>
              <a:rPr sz="2400" lang="en-US"/>
              <a:t>Membuat objek dari sebuah class menggunakan keyword </a:t>
            </a:r>
            <a:r>
              <a:rPr b="1" sz="2400" lang="en-US"/>
              <a:t>new</a:t>
            </a:r>
            <a:r>
              <a:rPr sz="2400" lang="en-US"/>
              <a:t>.</a:t>
            </a:r>
          </a:p>
        </p:txBody>
      </p:sp>
      <p:pic>
        <p:nvPicPr>
          <p:cNvPr id="2097155" name="Google Shape;109;p4"/>
          <p:cNvPicPr preferRelativeResize="0">
            <a:picLocks/>
          </p:cNvPicPr>
          <p:nvPr/>
        </p:nvPicPr>
        <p:blipFill rotWithShape="1">
          <a:blip xmlns:r="http://schemas.openxmlformats.org/officeDocument/2006/relationships" r:embed="rId1">
            <a:alphaModFix/>
          </a:blip>
          <a:srcRect l="0" t="0" r="0" b="0"/>
          <a:stretch>
            <a:fillRect/>
          </a:stretch>
        </p:blipFill>
        <p:spPr>
          <a:xfrm>
            <a:off x="8902700" y="2247900"/>
            <a:ext cx="3211922" cy="3196178"/>
          </a:xfrm>
          <a:prstGeom prst="rect"/>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5" name="Shape 113"/>
        <p:cNvGrpSpPr/>
        <p:nvPr/>
      </p:nvGrpSpPr>
      <p:grpSpPr>
        <a:xfrm>
          <a:off x="0" y="0"/>
          <a:ext cx="0" cy="0"/>
          <a:chOff x="0" y="0"/>
          <a:chExt cx="0" cy="0"/>
        </a:xfrm>
      </p:grpSpPr>
      <p:pic>
        <p:nvPicPr>
          <p:cNvPr id="2097156" name="Google Shape;114;p5"/>
          <p:cNvPicPr preferRelativeResize="0">
            <a:picLocks/>
          </p:cNvPicPr>
          <p:nvPr/>
        </p:nvPicPr>
        <p:blipFill rotWithShape="1">
          <a:blip xmlns:r="http://schemas.openxmlformats.org/officeDocument/2006/relationships" r:embed="rId1">
            <a:alphaModFix/>
          </a:blip>
          <a:srcRect l="0" t="0" r="0" b="0"/>
          <a:stretch>
            <a:fillRect/>
          </a:stretch>
        </p:blipFill>
        <p:spPr>
          <a:xfrm>
            <a:off x="7173913" y="898848"/>
            <a:ext cx="4916487" cy="3364851"/>
          </a:xfrm>
          <a:prstGeom prst="rect"/>
          <a:noFill/>
          <a:ln>
            <a:noFill/>
          </a:ln>
        </p:spPr>
      </p:pic>
      <p:sp>
        <p:nvSpPr>
          <p:cNvPr id="1048607" name="Google Shape;115;p5"/>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sz="4400" lang="en-US"/>
              <a:t>Property dan Method</a:t>
            </a:r>
          </a:p>
        </p:txBody>
      </p:sp>
      <p:sp>
        <p:nvSpPr>
          <p:cNvPr id="1048608" name="Google Shape;116;p5"/>
          <p:cNvSpPr txBox="1"/>
          <p:nvPr>
            <p:ph type="body" idx="1"/>
          </p:nvPr>
        </p:nvSpPr>
        <p:spPr>
          <a:xfrm>
            <a:off x="838200" y="2205099"/>
            <a:ext cx="6235800" cy="3972000"/>
          </a:xfrm>
          <a:prstGeom prst="rect"/>
          <a:noFill/>
          <a:ln>
            <a:noFill/>
          </a:ln>
        </p:spPr>
        <p:txBody>
          <a:bodyPr anchor="t" anchorCtr="0" bIns="45700" lIns="91425" rIns="91425" spcFirstLastPara="1" tIns="45700" wrap="square">
            <a:normAutofit/>
          </a:bodyPr>
          <a:p>
            <a:pPr algn="l" indent="-215900" lvl="0" marL="228600" rtl="0">
              <a:lnSpc>
                <a:spcPct val="90000"/>
              </a:lnSpc>
              <a:spcBef>
                <a:spcPts val="0"/>
              </a:spcBef>
              <a:spcAft>
                <a:spcPts val="0"/>
              </a:spcAft>
              <a:buClr>
                <a:schemeClr val="dk1"/>
              </a:buClr>
              <a:buSzPts val="2200"/>
              <a:buChar char="•"/>
            </a:pPr>
            <a:r>
              <a:rPr sz="2200" lang="en-US"/>
              <a:t>Property adalah karakteristik yang menjelaskan sebuah objek, biasa disebut </a:t>
            </a:r>
            <a:r>
              <a:rPr b="1" sz="2200" lang="en-US"/>
              <a:t>variable</a:t>
            </a:r>
            <a:endParaRPr b="1" sz="2600"/>
          </a:p>
          <a:p>
            <a:pPr algn="l" indent="-209550" lvl="1" marL="685800" rtl="0">
              <a:lnSpc>
                <a:spcPct val="90000"/>
              </a:lnSpc>
              <a:spcBef>
                <a:spcPts val="500"/>
              </a:spcBef>
              <a:spcAft>
                <a:spcPts val="0"/>
              </a:spcAft>
              <a:buClr>
                <a:schemeClr val="dk1"/>
              </a:buClr>
              <a:buSzPts val="1700"/>
              <a:buChar char="•"/>
            </a:pPr>
            <a:r>
              <a:rPr sz="1700" lang="en-US"/>
              <a:t>Contoh : Mahasiswa (NIM, Nama, Jenis Kelamin, Alamat, dll)</a:t>
            </a:r>
            <a:endParaRPr sz="2100"/>
          </a:p>
          <a:p>
            <a:pPr algn="l" indent="-209550" lvl="1" marL="685800" rtl="0">
              <a:lnSpc>
                <a:spcPct val="90000"/>
              </a:lnSpc>
              <a:spcBef>
                <a:spcPts val="500"/>
              </a:spcBef>
              <a:spcAft>
                <a:spcPts val="0"/>
              </a:spcAft>
              <a:buClr>
                <a:schemeClr val="dk1"/>
              </a:buClr>
              <a:buSzPts val="1700"/>
              <a:buChar char="•"/>
            </a:pPr>
            <a:r>
              <a:rPr sz="1700" lang="en-US"/>
              <a:t>Setiap objek harus memiliki property yang unik sebagai kunci. Misalnya NIM, NIK, Kode Barang, dll.</a:t>
            </a:r>
            <a:endParaRPr sz="1700"/>
          </a:p>
          <a:p>
            <a:pPr algn="l" indent="-101600" lvl="1" marL="685800" rtl="0">
              <a:lnSpc>
                <a:spcPct val="90000"/>
              </a:lnSpc>
              <a:spcBef>
                <a:spcPts val="500"/>
              </a:spcBef>
              <a:spcAft>
                <a:spcPts val="0"/>
              </a:spcAft>
              <a:buClr>
                <a:schemeClr val="dk1"/>
              </a:buClr>
              <a:buSzPts val="2000"/>
              <a:buNone/>
            </a:pPr>
            <a:r>
              <a:t/>
            </a:r>
            <a:endParaRPr sz="2000"/>
          </a:p>
          <a:p>
            <a:pPr algn="l" indent="-215900" lvl="0" marL="228600" rtl="0">
              <a:lnSpc>
                <a:spcPct val="90000"/>
              </a:lnSpc>
              <a:spcBef>
                <a:spcPts val="1000"/>
              </a:spcBef>
              <a:spcAft>
                <a:spcPts val="0"/>
              </a:spcAft>
              <a:buClr>
                <a:schemeClr val="dk1"/>
              </a:buClr>
              <a:buSzPts val="2200"/>
              <a:buChar char="•"/>
            </a:pPr>
            <a:r>
              <a:rPr sz="2200" lang="en-US"/>
              <a:t>Method adalah perilaku atau yang bisa dilakukan oleh sebuah objek, biasa disebut dengan </a:t>
            </a:r>
            <a:r>
              <a:rPr b="1" sz="2200" lang="en-US"/>
              <a:t>function</a:t>
            </a:r>
            <a:endParaRPr b="1" sz="2200"/>
          </a:p>
          <a:p>
            <a:pPr algn="l" indent="-209550" lvl="1" marL="685800" rtl="0">
              <a:lnSpc>
                <a:spcPct val="90000"/>
              </a:lnSpc>
              <a:spcBef>
                <a:spcPts val="500"/>
              </a:spcBef>
              <a:spcAft>
                <a:spcPts val="0"/>
              </a:spcAft>
              <a:buClr>
                <a:schemeClr val="dk1"/>
              </a:buClr>
              <a:buSzPts val="1700"/>
              <a:buChar char="•"/>
            </a:pPr>
            <a:r>
              <a:rPr sz="1700" lang="en-US"/>
              <a:t>Contoh : Mahasiswa (mengambil mata kuliah, </a:t>
            </a:r>
            <a:br>
              <a:rPr sz="1700" lang="en-US"/>
            </a:br>
            <a:r>
              <a:rPr sz="1700" lang="en-US"/>
              <a:t>melihat data diri, membayar tagihan, dll)</a:t>
            </a:r>
            <a:endParaRPr sz="1700"/>
          </a:p>
        </p:txBody>
      </p:sp>
      <p:pic>
        <p:nvPicPr>
          <p:cNvPr id="2097157" name="Google Shape;117;p5"/>
          <p:cNvPicPr preferRelativeResize="0">
            <a:picLocks/>
          </p:cNvPicPr>
          <p:nvPr/>
        </p:nvPicPr>
        <p:blipFill rotWithShape="1">
          <a:blip xmlns:r="http://schemas.openxmlformats.org/officeDocument/2006/relationships" r:embed="rId2">
            <a:alphaModFix/>
          </a:blip>
          <a:srcRect l="0" t="0" r="0" b="0"/>
          <a:stretch>
            <a:fillRect/>
          </a:stretch>
        </p:blipFill>
        <p:spPr>
          <a:xfrm>
            <a:off x="7913561" y="4465637"/>
            <a:ext cx="3795839" cy="1884363"/>
          </a:xfrm>
          <a:prstGeom prst="rect"/>
          <a:noFill/>
          <a:ln>
            <a:noFill/>
          </a:ln>
        </p:spPr>
      </p:pic>
      <p:sp>
        <p:nvSpPr>
          <p:cNvPr id="1048609" name="Google Shape;118;p5"/>
          <p:cNvSpPr txBox="1"/>
          <p:nvPr/>
        </p:nvSpPr>
        <p:spPr>
          <a:xfrm>
            <a:off x="9066692" y="4096305"/>
            <a:ext cx="1489575" cy="369332"/>
          </a:xfrm>
          <a:prstGeom prst="rect"/>
          <a:solidFill>
            <a:srgbClr val="D8E2F3"/>
          </a:solidFill>
          <a:ln>
            <a:noFill/>
          </a:ln>
        </p:spPr>
        <p:txBody>
          <a:bodyPr anchor="t" anchorCtr="0" bIns="45700" lIns="91425" rIns="91425" spcFirstLastPara="1" tIns="45700" wrap="square">
            <a:spAutoFit/>
          </a:bodyPr>
          <a:p>
            <a:pPr algn="l" indent="0" lvl="0" marL="0" marR="0" rtl="0">
              <a:lnSpc>
                <a:spcPct val="100000"/>
              </a:lnSpc>
              <a:spcBef>
                <a:spcPts val="0"/>
              </a:spcBef>
              <a:spcAft>
                <a:spcPts val="0"/>
              </a:spcAft>
              <a:buClr>
                <a:srgbClr val="000000"/>
              </a:buClr>
              <a:buSzPts val="1800"/>
              <a:buFont typeface="Arial"/>
              <a:buNone/>
            </a:pPr>
            <a:r>
              <a:rPr b="0" cap="none" sz="1800" i="0" lang="en-US" strike="noStrike" u="none">
                <a:solidFill>
                  <a:schemeClr val="dk1"/>
                </a:solidFill>
                <a:latin typeface="Calibri"/>
                <a:ea typeface="Calibri"/>
                <a:cs typeface="Calibri"/>
                <a:sym typeface="Calibri"/>
              </a:rPr>
              <a:t>Class Diagram</a:t>
            </a:r>
            <a:endParaRPr b="0" cap="none" sz="1800" i="0" strike="noStrike" u="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8" name="Shape 122"/>
        <p:cNvGrpSpPr/>
        <p:nvPr/>
      </p:nvGrpSpPr>
      <p:grpSpPr>
        <a:xfrm>
          <a:off x="0" y="0"/>
          <a:ext cx="0" cy="0"/>
          <a:chOff x="0" y="0"/>
          <a:chExt cx="0" cy="0"/>
        </a:xfrm>
      </p:grpSpPr>
      <p:sp>
        <p:nvSpPr>
          <p:cNvPr id="1048612" name="Google Shape;123;p6"/>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lang="en-US"/>
              <a:t>Latihan 1</a:t>
            </a:r>
          </a:p>
        </p:txBody>
      </p:sp>
      <p:sp>
        <p:nvSpPr>
          <p:cNvPr id="1048613" name="Google Shape;124;p6"/>
          <p:cNvSpPr txBox="1"/>
          <p:nvPr>
            <p:ph type="body" idx="1"/>
          </p:nvPr>
        </p:nvSpPr>
        <p:spPr>
          <a:xfrm>
            <a:off x="838200" y="1825625"/>
            <a:ext cx="4197824" cy="4351338"/>
          </a:xfrm>
          <a:prstGeom prst="rect"/>
          <a:noFill/>
          <a:ln>
            <a:noFill/>
          </a:ln>
        </p:spPr>
        <p:txBody>
          <a:bodyPr anchor="t" anchorCtr="0" bIns="45700" lIns="91425" rIns="91425" spcFirstLastPara="1" tIns="45700" wrap="square">
            <a:normAutofit/>
          </a:bodyPr>
          <a:p>
            <a:pPr algn="l" indent="-215900" lvl="0" marL="228600" rtl="0">
              <a:lnSpc>
                <a:spcPct val="90000"/>
              </a:lnSpc>
              <a:spcBef>
                <a:spcPts val="0"/>
              </a:spcBef>
              <a:spcAft>
                <a:spcPts val="0"/>
              </a:spcAft>
              <a:buClr>
                <a:schemeClr val="dk1"/>
              </a:buClr>
              <a:buSzPts val="2200"/>
              <a:buChar char="•"/>
            </a:pPr>
            <a:r>
              <a:rPr sz="2200" lang="en-US"/>
              <a:t>Buat folder misalnya bernama </a:t>
            </a:r>
            <a:br>
              <a:rPr sz="2200" lang="en-US"/>
            </a:br>
            <a:r>
              <a:rPr b="1" sz="2200" lang="en-US"/>
              <a:t>belajar-oop</a:t>
            </a:r>
            <a:r>
              <a:rPr sz="2200" lang="en-US"/>
              <a:t> di dalam folder xampp-&gt;htdocs. Lalu di dalam folder belajar-oop buat folder baru misalnya bernama </a:t>
            </a:r>
            <a:r>
              <a:rPr b="1" sz="2200" lang="en-US"/>
              <a:t>lat1</a:t>
            </a:r>
            <a:r>
              <a:rPr sz="2200" lang="en-US"/>
              <a:t>.</a:t>
            </a:r>
            <a:endParaRPr sz="2200"/>
          </a:p>
          <a:p>
            <a:pPr algn="l" indent="-76200" lvl="0" marL="228600" rtl="0">
              <a:lnSpc>
                <a:spcPct val="90000"/>
              </a:lnSpc>
              <a:spcBef>
                <a:spcPts val="0"/>
              </a:spcBef>
              <a:spcAft>
                <a:spcPts val="0"/>
              </a:spcAft>
              <a:buClr>
                <a:schemeClr val="dk1"/>
              </a:buClr>
              <a:buSzPts val="2400"/>
              <a:buNone/>
            </a:pPr>
            <a:r>
              <a:t/>
            </a:r>
            <a:endParaRPr sz="2200"/>
          </a:p>
          <a:p>
            <a:pPr algn="l" indent="-215900" lvl="0" marL="228600" rtl="0">
              <a:lnSpc>
                <a:spcPct val="90000"/>
              </a:lnSpc>
              <a:spcBef>
                <a:spcPts val="1000"/>
              </a:spcBef>
              <a:spcAft>
                <a:spcPts val="0"/>
              </a:spcAft>
              <a:buClr>
                <a:schemeClr val="dk1"/>
              </a:buClr>
              <a:buSzPts val="2200"/>
              <a:buChar char="•"/>
            </a:pPr>
            <a:r>
              <a:rPr sz="2200" lang="en-US"/>
              <a:t>Di dalam folder lat1 buat 3 file</a:t>
            </a:r>
            <a:br>
              <a:rPr sz="2200" lang="en-US"/>
            </a:br>
            <a:r>
              <a:rPr sz="2200" lang="en-US"/>
              <a:t>Mahasiswa.php, MataKuliah.php, dan index.php</a:t>
            </a:r>
            <a:endParaRPr sz="2200"/>
          </a:p>
          <a:p>
            <a:pPr algn="l" indent="-76200" lvl="0" marL="228600" rtl="0">
              <a:lnSpc>
                <a:spcPct val="90000"/>
              </a:lnSpc>
              <a:spcBef>
                <a:spcPts val="1000"/>
              </a:spcBef>
              <a:spcAft>
                <a:spcPts val="0"/>
              </a:spcAft>
              <a:buClr>
                <a:schemeClr val="dk1"/>
              </a:buClr>
              <a:buSzPts val="2400"/>
              <a:buNone/>
            </a:pPr>
            <a:r>
              <a:t/>
            </a:r>
            <a:endParaRPr sz="2200"/>
          </a:p>
        </p:txBody>
      </p:sp>
      <p:pic>
        <p:nvPicPr>
          <p:cNvPr id="2097158" name="Google Shape;125;p6"/>
          <p:cNvPicPr preferRelativeResize="0">
            <a:picLocks/>
          </p:cNvPicPr>
          <p:nvPr/>
        </p:nvPicPr>
        <p:blipFill rotWithShape="1">
          <a:blip xmlns:r="http://schemas.openxmlformats.org/officeDocument/2006/relationships" r:embed="rId1">
            <a:alphaModFix/>
          </a:blip>
          <a:srcRect l="0" t="0" r="0" b="0"/>
          <a:stretch>
            <a:fillRect/>
          </a:stretch>
        </p:blipFill>
        <p:spPr>
          <a:xfrm>
            <a:off x="5418164" y="211468"/>
            <a:ext cx="6372368" cy="6153427"/>
          </a:xfrm>
          <a:prstGeom prst="rect"/>
          <a:noFill/>
          <a:ln w="9525" cap="flat" cmpd="sng">
            <a:solidFill>
              <a:schemeClr val="accent1"/>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61" name="Shape 129"/>
        <p:cNvGrpSpPr/>
        <p:nvPr/>
      </p:nvGrpSpPr>
      <p:grpSpPr>
        <a:xfrm>
          <a:off x="0" y="0"/>
          <a:ext cx="0" cy="0"/>
          <a:chOff x="0" y="0"/>
          <a:chExt cx="0" cy="0"/>
        </a:xfrm>
      </p:grpSpPr>
      <p:sp>
        <p:nvSpPr>
          <p:cNvPr id="1048616" name="Google Shape;130;p7"/>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lang="en-US"/>
              <a:t>Latihan 1</a:t>
            </a:r>
          </a:p>
        </p:txBody>
      </p:sp>
      <p:sp>
        <p:nvSpPr>
          <p:cNvPr id="1048617" name="Google Shape;131;p7"/>
          <p:cNvSpPr txBox="1"/>
          <p:nvPr>
            <p:ph type="body" idx="1"/>
          </p:nvPr>
        </p:nvSpPr>
        <p:spPr>
          <a:xfrm>
            <a:off x="838200" y="1597025"/>
            <a:ext cx="10515600" cy="4351200"/>
          </a:xfrm>
          <a:prstGeom prst="rect"/>
          <a:noFill/>
          <a:ln>
            <a:noFill/>
          </a:ln>
        </p:spPr>
        <p:txBody>
          <a:bodyPr anchor="t" anchorCtr="0" bIns="45700" lIns="91425" rIns="91425" spcFirstLastPara="1" tIns="45700" wrap="square">
            <a:normAutofit/>
          </a:bodyPr>
          <a:p>
            <a:pPr algn="l" indent="-368300" lvl="0" marL="457200" rtl="0">
              <a:lnSpc>
                <a:spcPct val="90000"/>
              </a:lnSpc>
              <a:spcBef>
                <a:spcPts val="0"/>
              </a:spcBef>
              <a:spcAft>
                <a:spcPts val="0"/>
              </a:spcAft>
              <a:buSzPts val="2200"/>
              <a:buChar char="•"/>
            </a:pPr>
            <a:r>
              <a:rPr sz="2200" lang="en-US"/>
              <a:t>Pada index.php buat 1 object Mahasiswa dan 2 objek MataKuliah</a:t>
            </a:r>
            <a:endParaRPr sz="2200"/>
          </a:p>
        </p:txBody>
      </p:sp>
      <p:pic>
        <p:nvPicPr>
          <p:cNvPr id="2097159" name="Google Shape;132;p7"/>
          <p:cNvPicPr preferRelativeResize="0">
            <a:picLocks/>
          </p:cNvPicPr>
          <p:nvPr/>
        </p:nvPicPr>
        <p:blipFill rotWithShape="1">
          <a:blip xmlns:r="http://schemas.openxmlformats.org/officeDocument/2006/relationships" r:embed="rId1">
            <a:alphaModFix/>
          </a:blip>
          <a:srcRect l="0" t="0" r="0" b="4247"/>
          <a:stretch>
            <a:fillRect/>
          </a:stretch>
        </p:blipFill>
        <p:spPr>
          <a:xfrm>
            <a:off x="0" y="2222852"/>
            <a:ext cx="4461756" cy="4079958"/>
          </a:xfrm>
          <a:prstGeom prst="rect"/>
          <a:noFill/>
          <a:ln w="9525" cap="flat" cmpd="sng">
            <a:solidFill>
              <a:schemeClr val="accent1"/>
            </a:solidFill>
            <a:prstDash val="solid"/>
            <a:round/>
            <a:headEnd type="none" w="sm" len="sm"/>
            <a:tailEnd type="none" w="sm" len="sm"/>
          </a:ln>
        </p:spPr>
      </p:pic>
      <p:pic>
        <p:nvPicPr>
          <p:cNvPr id="2097160" name="Google Shape;133;p7"/>
          <p:cNvPicPr preferRelativeResize="0">
            <a:picLocks/>
          </p:cNvPicPr>
          <p:nvPr/>
        </p:nvPicPr>
        <p:blipFill rotWithShape="1">
          <a:blip xmlns:r="http://schemas.openxmlformats.org/officeDocument/2006/relationships" r:embed="rId2">
            <a:alphaModFix/>
          </a:blip>
          <a:srcRect l="0" t="0" r="0" b="0"/>
          <a:stretch>
            <a:fillRect/>
          </a:stretch>
        </p:blipFill>
        <p:spPr>
          <a:xfrm>
            <a:off x="4461755" y="2238810"/>
            <a:ext cx="7730246" cy="4064000"/>
          </a:xfrm>
          <a:prstGeom prst="rect"/>
          <a:noFill/>
          <a:ln w="9525" cap="flat" cmpd="sng">
            <a:solidFill>
              <a:schemeClr val="accent1"/>
            </a:solidFill>
            <a:prstDash val="solid"/>
            <a:round/>
            <a:headEnd type="none" w="sm" len="sm"/>
            <a:tailEnd type="none" w="sm" len="sm"/>
          </a:ln>
        </p:spPr>
      </p:pic>
      <p:sp>
        <p:nvSpPr>
          <p:cNvPr id="1048618" name="Google Shape;134;p7"/>
          <p:cNvSpPr/>
          <p:nvPr/>
        </p:nvSpPr>
        <p:spPr>
          <a:xfrm>
            <a:off x="838200" y="3295100"/>
            <a:ext cx="1445100" cy="703800"/>
          </a:xfrm>
          <a:prstGeom prst="ellipse"/>
          <a:noFill/>
          <a:ln w="9525" cap="flat" cmpd="sng">
            <a:solidFill>
              <a:srgbClr val="FF0000"/>
            </a:solidFill>
            <a:prstDash val="solid"/>
            <a:round/>
            <a:headEnd type="none" w="sm" len="sm"/>
            <a:tailEnd type="none" w="sm" len="sm"/>
          </a:ln>
        </p:spPr>
        <p:txBody>
          <a:bodyPr anchor="ctr" anchorCtr="0" bIns="91425" lIns="91425" rIns="91425" spcFirstLastPara="1" tIns="91425" wrap="square">
            <a:noAutofit/>
          </a:bodyPr>
          <a:p>
            <a:pPr algn="ctr" indent="0" lvl="0" marL="0" rtl="0">
              <a:spcBef>
                <a:spcPts val="0"/>
              </a:spcBef>
              <a:spcAft>
                <a:spcPts val="0"/>
              </a:spcAft>
              <a:buNone/>
            </a:pPr>
            <a:r>
              <a:t/>
            </a:r>
            <a:endParaRPr>
              <a:latin typeface="Calibri"/>
              <a:ea typeface="Calibri"/>
              <a:cs typeface="Calibri"/>
              <a:sym typeface="Calibri"/>
            </a:endParaRPr>
          </a:p>
        </p:txBody>
      </p:sp>
      <p:sp>
        <p:nvSpPr>
          <p:cNvPr id="1048619" name="Google Shape;135;p7"/>
          <p:cNvSpPr/>
          <p:nvPr/>
        </p:nvSpPr>
        <p:spPr>
          <a:xfrm>
            <a:off x="1227400" y="4285700"/>
            <a:ext cx="999300" cy="703800"/>
          </a:xfrm>
          <a:prstGeom prst="ellipse"/>
          <a:noFill/>
          <a:ln w="9525" cap="flat" cmpd="sng">
            <a:solidFill>
              <a:srgbClr val="FF0000"/>
            </a:solidFill>
            <a:prstDash val="solid"/>
            <a:round/>
            <a:headEnd type="none" w="sm" len="sm"/>
            <a:tailEnd type="none" w="sm" len="sm"/>
          </a:ln>
        </p:spPr>
        <p:txBody>
          <a:bodyPr anchor="ctr" anchorCtr="0" bIns="91425" lIns="91425" rIns="91425" spcFirstLastPara="1" tIns="91425" wrap="square">
            <a:noAutofit/>
          </a:bodyPr>
          <a:p>
            <a:pPr algn="ctr" indent="0" lvl="0" marL="0" rtl="0">
              <a:spcBef>
                <a:spcPts val="0"/>
              </a:spcBef>
              <a:spcAft>
                <a:spcPts val="0"/>
              </a:spcAft>
              <a:buNone/>
            </a:pPr>
            <a:r>
              <a:t/>
            </a:r>
            <a:endParaRPr>
              <a:latin typeface="Calibri"/>
              <a:ea typeface="Calibri"/>
              <a:cs typeface="Calibri"/>
              <a:sym typeface="Calibri"/>
            </a:endParaRPr>
          </a:p>
        </p:txBody>
      </p:sp>
      <p:sp>
        <p:nvSpPr>
          <p:cNvPr id="1048620" name="Google Shape;136;p7"/>
          <p:cNvSpPr/>
          <p:nvPr/>
        </p:nvSpPr>
        <p:spPr>
          <a:xfrm>
            <a:off x="2389825" y="4285700"/>
            <a:ext cx="552000" cy="703800"/>
          </a:xfrm>
          <a:prstGeom prst="ellipse"/>
          <a:noFill/>
          <a:ln w="9525" cap="flat" cmpd="sng">
            <a:solidFill>
              <a:srgbClr val="00FF00"/>
            </a:solidFill>
            <a:prstDash val="solid"/>
            <a:round/>
            <a:headEnd type="none" w="sm" len="sm"/>
            <a:tailEnd type="none" w="sm" len="sm"/>
          </a:ln>
        </p:spPr>
        <p:txBody>
          <a:bodyPr anchor="ctr" anchorCtr="0" bIns="91425" lIns="91425" rIns="91425" spcFirstLastPara="1" tIns="91425" wrap="square">
            <a:noAutofit/>
          </a:bodyPr>
          <a:p>
            <a:pPr algn="ctr" indent="0" lvl="0" marL="0" rtl="0">
              <a:spcBef>
                <a:spcPts val="0"/>
              </a:spcBef>
              <a:spcAft>
                <a:spcPts val="0"/>
              </a:spcAft>
              <a:buNone/>
            </a:pPr>
            <a:r>
              <a:t/>
            </a:r>
            <a:endParaRPr>
              <a:latin typeface="Calibri"/>
              <a:ea typeface="Calibri"/>
              <a:cs typeface="Calibri"/>
              <a:sym typeface="Calibri"/>
            </a:endParaRPr>
          </a:p>
        </p:txBody>
      </p:sp>
      <p:sp>
        <p:nvSpPr>
          <p:cNvPr id="1048621" name="Google Shape;137;p7"/>
          <p:cNvSpPr/>
          <p:nvPr/>
        </p:nvSpPr>
        <p:spPr>
          <a:xfrm>
            <a:off x="2828350" y="3919600"/>
            <a:ext cx="1123200" cy="488100"/>
          </a:xfrm>
          <a:prstGeom prst="ellipse"/>
          <a:noFill/>
          <a:ln w="9525" cap="flat" cmpd="sng">
            <a:solidFill>
              <a:srgbClr val="00FF00"/>
            </a:solidFill>
            <a:prstDash val="solid"/>
            <a:round/>
            <a:headEnd type="none" w="sm" len="sm"/>
            <a:tailEnd type="none" w="sm" len="sm"/>
          </a:ln>
        </p:spPr>
        <p:txBody>
          <a:bodyPr anchor="ctr" anchorCtr="0" bIns="91425" lIns="91425" rIns="91425" spcFirstLastPara="1" tIns="91425" wrap="square">
            <a:noAutofit/>
          </a:bodyPr>
          <a:p>
            <a:pPr algn="ctr" indent="0" lvl="0" marL="0" rtl="0">
              <a:spcBef>
                <a:spcPts val="0"/>
              </a:spcBef>
              <a:spcAft>
                <a:spcPts val="0"/>
              </a:spcAft>
              <a:buNone/>
            </a:pPr>
            <a:r>
              <a:t/>
            </a:r>
            <a:endParaRPr>
              <a:latin typeface="Calibri"/>
              <a:ea typeface="Calibri"/>
              <a:cs typeface="Calibri"/>
              <a:sym typeface="Calibri"/>
            </a:endParaRPr>
          </a:p>
        </p:txBody>
      </p:sp>
      <p:cxnSp>
        <p:nvCxnSpPr>
          <p:cNvPr id="3145728" name="Google Shape;138;p7"/>
          <p:cNvCxnSpPr>
            <a:cxnSpLocks/>
            <a:stCxn id="1048622" idx="1"/>
            <a:endCxn id="1048621" idx="6"/>
          </p:cNvCxnSpPr>
          <p:nvPr/>
        </p:nvCxnSpPr>
        <p:spPr>
          <a:xfrm rot="10800000">
            <a:off x="3951531" y="4163669"/>
            <a:ext cx="2977200" cy="225000"/>
          </a:xfrm>
          <a:prstGeom prst="straightConnector1"/>
          <a:noFill/>
          <a:ln w="9525" cap="flat" cmpd="sng">
            <a:solidFill>
              <a:srgbClr val="00FF00"/>
            </a:solidFill>
            <a:prstDash val="solid"/>
            <a:round/>
            <a:headEnd type="none" w="med" len="med"/>
            <a:tailEnd type="triangle" w="med" len="med"/>
          </a:ln>
        </p:spPr>
      </p:cxnSp>
      <p:sp>
        <p:nvSpPr>
          <p:cNvPr id="1048622" name="Google Shape;139;p7"/>
          <p:cNvSpPr/>
          <p:nvPr/>
        </p:nvSpPr>
        <p:spPr>
          <a:xfrm>
            <a:off x="6404950" y="4285600"/>
            <a:ext cx="3576600" cy="703800"/>
          </a:xfrm>
          <a:prstGeom prst="ellipse"/>
          <a:noFill/>
          <a:ln w="9525" cap="flat" cmpd="sng">
            <a:solidFill>
              <a:srgbClr val="00FF00"/>
            </a:solidFill>
            <a:prstDash val="solid"/>
            <a:round/>
            <a:headEnd type="none" w="sm" len="sm"/>
            <a:tailEnd type="none" w="sm" len="sm"/>
          </a:ln>
        </p:spPr>
        <p:txBody>
          <a:bodyPr anchor="ctr" anchorCtr="0" bIns="91425" lIns="91425" rIns="91425" spcFirstLastPara="1" tIns="91425" wrap="square">
            <a:noAutofit/>
          </a:bodyPr>
          <a:p>
            <a:pPr algn="ctr" indent="0" lvl="0" marL="0" rtl="0">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64" name="Shape 143"/>
        <p:cNvGrpSpPr/>
        <p:nvPr/>
      </p:nvGrpSpPr>
      <p:grpSpPr>
        <a:xfrm>
          <a:off x="0" y="0"/>
          <a:ext cx="0" cy="0"/>
          <a:chOff x="0" y="0"/>
          <a:chExt cx="0" cy="0"/>
        </a:xfrm>
      </p:grpSpPr>
      <p:sp>
        <p:nvSpPr>
          <p:cNvPr id="1048625" name="Google Shape;144;p30"/>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lang="en-US"/>
              <a:t>Latihan 1</a:t>
            </a:r>
          </a:p>
        </p:txBody>
      </p:sp>
      <p:sp>
        <p:nvSpPr>
          <p:cNvPr id="1048626" name="Google Shape;145;p30"/>
          <p:cNvSpPr txBox="1"/>
          <p:nvPr>
            <p:ph type="body" idx="1"/>
          </p:nvPr>
        </p:nvSpPr>
        <p:spPr>
          <a:xfrm>
            <a:off x="838200" y="2193725"/>
            <a:ext cx="4204200" cy="3983100"/>
          </a:xfrm>
          <a:prstGeom prst="rect"/>
          <a:noFill/>
          <a:ln>
            <a:noFill/>
          </a:ln>
        </p:spPr>
        <p:txBody>
          <a:bodyPr anchor="t" anchorCtr="0" bIns="45700" lIns="91425" rIns="91425" spcFirstLastPara="1" tIns="45700" wrap="square">
            <a:normAutofit lnSpcReduction="10000"/>
          </a:bodyPr>
          <a:p>
            <a:pPr algn="l" indent="0" lvl="0" marL="114300" rtl="0">
              <a:lnSpc>
                <a:spcPct val="90000"/>
              </a:lnSpc>
              <a:spcBef>
                <a:spcPts val="1000"/>
              </a:spcBef>
              <a:spcAft>
                <a:spcPts val="0"/>
              </a:spcAft>
              <a:buSzPts val="1800"/>
              <a:buNone/>
            </a:pPr>
            <a:r>
              <a:rPr sz="2200" lang="en-US"/>
              <a:t>Start Module </a:t>
            </a:r>
            <a:r>
              <a:rPr b="1" sz="2200" lang="en-US"/>
              <a:t>Apache </a:t>
            </a:r>
            <a:r>
              <a:rPr sz="2200" lang="en-US"/>
              <a:t>pada XAMPP</a:t>
            </a:r>
            <a:endParaRPr sz="2200"/>
          </a:p>
          <a:p>
            <a:pPr algn="l" indent="0" lvl="0" marL="114300" rtl="0">
              <a:lnSpc>
                <a:spcPct val="90000"/>
              </a:lnSpc>
              <a:spcBef>
                <a:spcPts val="1000"/>
              </a:spcBef>
              <a:spcAft>
                <a:spcPts val="0"/>
              </a:spcAft>
              <a:buSzPts val="1800"/>
              <a:buNone/>
            </a:pPr>
            <a:r>
              <a:t/>
            </a:r>
            <a:endParaRPr sz="2200"/>
          </a:p>
          <a:p>
            <a:pPr algn="l" indent="0" lvl="0" marL="114300" rtl="0">
              <a:lnSpc>
                <a:spcPct val="90000"/>
              </a:lnSpc>
              <a:spcBef>
                <a:spcPts val="1000"/>
              </a:spcBef>
              <a:spcAft>
                <a:spcPts val="0"/>
              </a:spcAft>
              <a:buSzPts val="1800"/>
              <a:buNone/>
            </a:pPr>
            <a:r>
              <a:rPr sz="2200" lang="en-US"/>
              <a:t>Buka di browser dengan cara mengetikkan</a:t>
            </a:r>
            <a:endParaRPr sz="2200"/>
          </a:p>
          <a:p>
            <a:pPr algn="l" indent="0" lvl="0" marL="114300" rtl="0">
              <a:lnSpc>
                <a:spcPct val="90000"/>
              </a:lnSpc>
              <a:spcBef>
                <a:spcPts val="1000"/>
              </a:spcBef>
              <a:spcAft>
                <a:spcPts val="0"/>
              </a:spcAft>
              <a:buSzPts val="1800"/>
              <a:buNone/>
            </a:pPr>
            <a:r>
              <a:rPr b="1" sz="2200" lang="en-US"/>
              <a:t>localhost/[lokasi folder dalam htdocs]</a:t>
            </a:r>
            <a:endParaRPr b="1" sz="2200"/>
          </a:p>
          <a:p>
            <a:pPr algn="l" indent="0" lvl="0" marL="114300" rtl="0">
              <a:lnSpc>
                <a:spcPct val="90000"/>
              </a:lnSpc>
              <a:spcBef>
                <a:spcPts val="1000"/>
              </a:spcBef>
              <a:spcAft>
                <a:spcPts val="0"/>
              </a:spcAft>
              <a:buSzPts val="1800"/>
              <a:buNone/>
            </a:pPr>
            <a:r>
              <a:t/>
            </a:r>
            <a:endParaRPr sz="2200"/>
          </a:p>
          <a:p>
            <a:pPr algn="l" indent="0" lvl="0" marL="114300" rtl="0">
              <a:lnSpc>
                <a:spcPct val="90000"/>
              </a:lnSpc>
              <a:spcBef>
                <a:spcPts val="1000"/>
              </a:spcBef>
              <a:spcAft>
                <a:spcPts val="0"/>
              </a:spcAft>
              <a:buSzPts val="1800"/>
              <a:buNone/>
            </a:pPr>
            <a:r>
              <a:rPr sz="2200" lang="en-US"/>
              <a:t>misalnya:</a:t>
            </a:r>
            <a:endParaRPr sz="2200"/>
          </a:p>
          <a:p>
            <a:pPr algn="l" indent="0" lvl="0" marL="114300" rtl="0">
              <a:lnSpc>
                <a:spcPct val="90000"/>
              </a:lnSpc>
              <a:spcBef>
                <a:spcPts val="1000"/>
              </a:spcBef>
              <a:spcAft>
                <a:spcPts val="0"/>
              </a:spcAft>
              <a:buSzPts val="1800"/>
              <a:buNone/>
            </a:pPr>
            <a:r>
              <a:rPr b="1" sz="2200" lang="en-US"/>
              <a:t>localhost/belajar-oop/lat1</a:t>
            </a:r>
            <a:endParaRPr b="1" sz="2200"/>
          </a:p>
          <a:p>
            <a:pPr algn="l" indent="0" lvl="0" marL="114300" rtl="0">
              <a:lnSpc>
                <a:spcPct val="90000"/>
              </a:lnSpc>
              <a:spcBef>
                <a:spcPts val="1000"/>
              </a:spcBef>
              <a:spcAft>
                <a:spcPts val="0"/>
              </a:spcAft>
              <a:buSzPts val="1800"/>
              <a:buNone/>
            </a:pPr>
            <a:r>
              <a:rPr sz="1200" lang="en-US"/>
              <a:t>*sesuaikan dengan lokasi folder masing-masing</a:t>
            </a:r>
            <a:endParaRPr sz="1200"/>
          </a:p>
        </p:txBody>
      </p:sp>
      <p:pic>
        <p:nvPicPr>
          <p:cNvPr id="2097161" name="Google Shape;146;p30"/>
          <p:cNvPicPr preferRelativeResize="0">
            <a:picLocks/>
          </p:cNvPicPr>
          <p:nvPr/>
        </p:nvPicPr>
        <p:blipFill rotWithShape="1">
          <a:blip xmlns:r="http://schemas.openxmlformats.org/officeDocument/2006/relationships" r:embed="rId1">
            <a:alphaModFix/>
          </a:blip>
          <a:srcRect l="0" t="0" r="0" b="0"/>
          <a:stretch>
            <a:fillRect/>
          </a:stretch>
        </p:blipFill>
        <p:spPr>
          <a:xfrm>
            <a:off x="5698043" y="604125"/>
            <a:ext cx="6255507" cy="4178400"/>
          </a:xfrm>
          <a:prstGeom prst="rect"/>
          <a:noFill/>
          <a:ln w="9525" cap="flat" cmpd="sng">
            <a:solidFill>
              <a:schemeClr val="accent1"/>
            </a:solidFill>
            <a:prstDash val="solid"/>
            <a:round/>
            <a:headEnd type="none" w="sm" len="sm"/>
            <a:tailEnd type="none" w="sm" len="sm"/>
          </a:ln>
        </p:spPr>
      </p:pic>
      <p:pic>
        <p:nvPicPr>
          <p:cNvPr id="2097162" name="Google Shape;147;p30"/>
          <p:cNvPicPr preferRelativeResize="0">
            <a:picLocks/>
          </p:cNvPicPr>
          <p:nvPr/>
        </p:nvPicPr>
        <p:blipFill>
          <a:blip xmlns:r="http://schemas.openxmlformats.org/officeDocument/2006/relationships" r:embed="rId2">
            <a:alphaModFix/>
          </a:blip>
          <a:stretch>
            <a:fillRect/>
          </a:stretch>
        </p:blipFill>
        <p:spPr>
          <a:xfrm>
            <a:off x="7658725" y="4206775"/>
            <a:ext cx="3617276" cy="2294425"/>
          </a:xfrm>
          <a:prstGeom prst="rect"/>
          <a:noFill/>
          <a:ln w="9525" cap="flat" cmpd="sng">
            <a:solidFill>
              <a:srgbClr val="4A86E8"/>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67" name="Shape 151"/>
        <p:cNvGrpSpPr/>
        <p:nvPr/>
      </p:nvGrpSpPr>
      <p:grpSpPr>
        <a:xfrm>
          <a:off x="0" y="0"/>
          <a:ext cx="0" cy="0"/>
          <a:chOff x="0" y="0"/>
          <a:chExt cx="0" cy="0"/>
        </a:xfrm>
      </p:grpSpPr>
      <p:sp>
        <p:nvSpPr>
          <p:cNvPr id="1048629" name="Google Shape;152;p8"/>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sz="4400" lang="en-US"/>
              <a:t>Access Modifier</a:t>
            </a:r>
          </a:p>
        </p:txBody>
      </p:sp>
      <p:sp>
        <p:nvSpPr>
          <p:cNvPr id="1048630" name="Google Shape;153;p8"/>
          <p:cNvSpPr txBox="1"/>
          <p:nvPr>
            <p:ph type="body" idx="1"/>
          </p:nvPr>
        </p:nvSpPr>
        <p:spPr>
          <a:xfrm>
            <a:off x="838200" y="1825625"/>
            <a:ext cx="5651500" cy="4351338"/>
          </a:xfrm>
          <a:prstGeom prst="rect"/>
          <a:noFill/>
          <a:ln>
            <a:noFill/>
          </a:ln>
        </p:spPr>
        <p:txBody>
          <a:bodyPr anchor="t" anchorCtr="0" bIns="45700" lIns="91425" rIns="91425" spcFirstLastPara="1" tIns="45700" wrap="square">
            <a:noAutofit/>
          </a:bodyPr>
          <a:p>
            <a:pPr algn="l" indent="-228600" lvl="0" marL="228600" rtl="0">
              <a:lnSpc>
                <a:spcPct val="90000"/>
              </a:lnSpc>
              <a:spcBef>
                <a:spcPts val="0"/>
              </a:spcBef>
              <a:spcAft>
                <a:spcPts val="0"/>
              </a:spcAft>
              <a:buClr>
                <a:schemeClr val="dk1"/>
              </a:buClr>
              <a:buSzPts val="2000"/>
              <a:buChar char="•"/>
            </a:pPr>
            <a:r>
              <a:rPr b="1" sz="2000" lang="en-US"/>
              <a:t>Public</a:t>
            </a:r>
            <a:br>
              <a:rPr sz="2000" lang="en-US"/>
            </a:br>
            <a:r>
              <a:rPr b="0" sz="2000" i="0" lang="en-US">
                <a:solidFill>
                  <a:srgbClr val="333333"/>
                </a:solidFill>
                <a:latin typeface="Fira Sans"/>
                <a:ea typeface="Fira Sans"/>
                <a:cs typeface="Fira Sans"/>
                <a:sym typeface="Fira Sans"/>
              </a:rPr>
              <a:t>Dapat diakses darimanapun.</a:t>
            </a:r>
            <a:endParaRPr sz="2000"/>
          </a:p>
          <a:p>
            <a:pPr algn="l" indent="-228600" lvl="0" marL="228600" rtl="0">
              <a:lnSpc>
                <a:spcPct val="90000"/>
              </a:lnSpc>
              <a:spcBef>
                <a:spcPts val="1000"/>
              </a:spcBef>
              <a:spcAft>
                <a:spcPts val="0"/>
              </a:spcAft>
              <a:buClr>
                <a:schemeClr val="dk1"/>
              </a:buClr>
              <a:buSzPts val="2000"/>
              <a:buChar char="•"/>
            </a:pPr>
            <a:r>
              <a:rPr b="1" sz="2000" lang="en-US"/>
              <a:t>Protected</a:t>
            </a:r>
            <a:br>
              <a:rPr sz="2000" lang="en-US"/>
            </a:br>
            <a:r>
              <a:rPr b="0" sz="2000" i="0" lang="en-US">
                <a:solidFill>
                  <a:srgbClr val="333333"/>
                </a:solidFill>
                <a:latin typeface="Fira Sans"/>
                <a:ea typeface="Fira Sans"/>
                <a:cs typeface="Fira Sans"/>
                <a:sym typeface="Fira Sans"/>
              </a:rPr>
              <a:t>Bisa diakses di dalam kelas itu sendiri dan kelas turunannya.</a:t>
            </a:r>
            <a:endParaRPr sz="2000"/>
          </a:p>
          <a:p>
            <a:pPr algn="l" indent="-228600" lvl="0" marL="228600" rtl="0">
              <a:lnSpc>
                <a:spcPct val="90000"/>
              </a:lnSpc>
              <a:spcBef>
                <a:spcPts val="1000"/>
              </a:spcBef>
              <a:spcAft>
                <a:spcPts val="0"/>
              </a:spcAft>
              <a:buClr>
                <a:schemeClr val="dk1"/>
              </a:buClr>
              <a:buSzPts val="2000"/>
              <a:buChar char="•"/>
            </a:pPr>
            <a:r>
              <a:rPr b="1" sz="2000" lang="en-US"/>
              <a:t>Private</a:t>
            </a:r>
            <a:br>
              <a:rPr sz="2000" lang="en-US"/>
            </a:br>
            <a:r>
              <a:rPr sz="2000" lang="en-US"/>
              <a:t>Hanya bisa diakses oleh kelas yang mendefinisikannya.</a:t>
            </a:r>
            <a:endParaRPr sz="2000"/>
          </a:p>
          <a:p>
            <a:pPr algn="l" indent="-101600" lvl="0" marL="228600" rtl="0">
              <a:lnSpc>
                <a:spcPct val="90000"/>
              </a:lnSpc>
              <a:spcBef>
                <a:spcPts val="1000"/>
              </a:spcBef>
              <a:spcAft>
                <a:spcPts val="0"/>
              </a:spcAft>
              <a:buClr>
                <a:schemeClr val="dk1"/>
              </a:buClr>
              <a:buSzPts val="2000"/>
              <a:buNone/>
            </a:pPr>
            <a:r>
              <a:t/>
            </a:r>
            <a:endParaRPr sz="2000"/>
          </a:p>
          <a:p>
            <a:pPr algn="l" indent="-228600" lvl="0" marL="228600" rtl="0">
              <a:lnSpc>
                <a:spcPct val="90000"/>
              </a:lnSpc>
              <a:spcBef>
                <a:spcPts val="1000"/>
              </a:spcBef>
              <a:spcAft>
                <a:spcPts val="0"/>
              </a:spcAft>
              <a:buClr>
                <a:schemeClr val="dk1"/>
              </a:buClr>
              <a:buSzPts val="2000"/>
              <a:buChar char="•"/>
            </a:pPr>
            <a:r>
              <a:rPr sz="2000" lang="en-US"/>
              <a:t>Keyword </a:t>
            </a:r>
            <a:r>
              <a:rPr b="1" sz="2000" lang="en-US"/>
              <a:t>$this </a:t>
            </a:r>
            <a:r>
              <a:rPr sz="2000" lang="en-US"/>
              <a:t>digunakan untuk mengakses variable atau function dalam lingkup class itu sendiri</a:t>
            </a:r>
            <a:endParaRPr sz="2000"/>
          </a:p>
        </p:txBody>
      </p:sp>
      <p:pic>
        <p:nvPicPr>
          <p:cNvPr id="2097163" name="Google Shape;154;p8"/>
          <p:cNvPicPr preferRelativeResize="0">
            <a:picLocks/>
          </p:cNvPicPr>
          <p:nvPr/>
        </p:nvPicPr>
        <p:blipFill rotWithShape="1">
          <a:blip xmlns:r="http://schemas.openxmlformats.org/officeDocument/2006/relationships" r:embed="rId1">
            <a:alphaModFix/>
          </a:blip>
          <a:srcRect l="0" t="0" r="0" b="0"/>
          <a:stretch>
            <a:fillRect/>
          </a:stretch>
        </p:blipFill>
        <p:spPr>
          <a:xfrm>
            <a:off x="6959599" y="4878252"/>
            <a:ext cx="4954721" cy="1429578"/>
          </a:xfrm>
          <a:prstGeom prst="rect"/>
          <a:noFill/>
          <a:ln>
            <a:noFill/>
          </a:ln>
        </p:spPr>
      </p:pic>
      <p:pic>
        <p:nvPicPr>
          <p:cNvPr id="2097164" name="Google Shape;155;p8"/>
          <p:cNvPicPr preferRelativeResize="0">
            <a:picLocks/>
          </p:cNvPicPr>
          <p:nvPr/>
        </p:nvPicPr>
        <p:blipFill rotWithShape="1">
          <a:blip xmlns:r="http://schemas.openxmlformats.org/officeDocument/2006/relationships" r:embed="rId2">
            <a:alphaModFix/>
          </a:blip>
          <a:srcRect l="0" t="0" r="0" b="0"/>
          <a:stretch>
            <a:fillRect/>
          </a:stretch>
        </p:blipFill>
        <p:spPr>
          <a:xfrm>
            <a:off x="7356252" y="323528"/>
            <a:ext cx="4540701" cy="4384692"/>
          </a:xfrm>
          <a:prstGeom prst="rect"/>
          <a:noFill/>
          <a:ln w="9525" cap="flat" cmpd="sng">
            <a:solidFill>
              <a:schemeClr val="accent1"/>
            </a:solidFill>
            <a:prstDash val="solid"/>
            <a:round/>
            <a:headEnd type="none" w="sm" len="sm"/>
            <a:tailEnd type="none" w="sm" len="sm"/>
          </a:ln>
        </p:spPr>
      </p:pic>
      <p:sp>
        <p:nvSpPr>
          <p:cNvPr id="1048631" name="Google Shape;156;p8"/>
          <p:cNvSpPr/>
          <p:nvPr/>
        </p:nvSpPr>
        <p:spPr>
          <a:xfrm>
            <a:off x="8175010" y="1419366"/>
            <a:ext cx="1119116" cy="365315"/>
          </a:xfrm>
          <a:prstGeom prst="ellipse"/>
          <a:noFill/>
          <a:ln w="25400" cap="flat" cmpd="sng">
            <a:solidFill>
              <a:srgbClr val="FF0000"/>
            </a:solidFill>
            <a:prstDash val="solid"/>
            <a:round/>
            <a:headEnd type="none" w="sm" len="sm"/>
            <a:tailEnd type="none" w="sm" len="sm"/>
          </a:ln>
        </p:spPr>
        <p:txBody>
          <a:bodyPr anchor="ctr" anchorCtr="0" bIns="45700" lIns="91425" rIns="91425" spcFirstLastPara="1" tIns="45700" wrap="square">
            <a:noAutofit/>
          </a:bodyPr>
          <a:p>
            <a:pPr algn="ctr" indent="0" lvl="0" marL="0" marR="0" rtl="0">
              <a:lnSpc>
                <a:spcPct val="100000"/>
              </a:lnSpc>
              <a:spcBef>
                <a:spcPts val="0"/>
              </a:spcBef>
              <a:spcAft>
                <a:spcPts val="0"/>
              </a:spcAft>
              <a:buNone/>
            </a:pPr>
            <a:r>
              <a:t/>
            </a:r>
            <a:endParaRPr b="0" cap="none" sz="1400" i="0" strike="noStrike" u="none">
              <a:solidFill>
                <a:schemeClr val="lt1"/>
              </a:solidFill>
              <a:latin typeface="Arial"/>
              <a:ea typeface="Arial"/>
              <a:cs typeface="Arial"/>
              <a:sym typeface="Arial"/>
            </a:endParaRPr>
          </a:p>
        </p:txBody>
      </p:sp>
      <p:sp>
        <p:nvSpPr>
          <p:cNvPr id="1048632" name="Google Shape;157;p8"/>
          <p:cNvSpPr/>
          <p:nvPr/>
        </p:nvSpPr>
        <p:spPr>
          <a:xfrm>
            <a:off x="8502555" y="2150559"/>
            <a:ext cx="934404" cy="365315"/>
          </a:xfrm>
          <a:prstGeom prst="ellipse"/>
          <a:noFill/>
          <a:ln w="25400" cap="flat" cmpd="sng">
            <a:solidFill>
              <a:srgbClr val="FF0000"/>
            </a:solidFill>
            <a:prstDash val="solid"/>
            <a:round/>
            <a:headEnd type="none" w="sm" len="sm"/>
            <a:tailEnd type="none" w="sm" len="sm"/>
          </a:ln>
        </p:spPr>
        <p:txBody>
          <a:bodyPr anchor="ctr" anchorCtr="0" bIns="45700" lIns="91425" rIns="91425" spcFirstLastPara="1" tIns="45700" wrap="square">
            <a:noAutofit/>
          </a:bodyPr>
          <a:p>
            <a:pPr algn="ctr" indent="0" lvl="0" marL="0" marR="0" rtl="0">
              <a:lnSpc>
                <a:spcPct val="100000"/>
              </a:lnSpc>
              <a:spcBef>
                <a:spcPts val="0"/>
              </a:spcBef>
              <a:spcAft>
                <a:spcPts val="0"/>
              </a:spcAft>
              <a:buNone/>
            </a:pPr>
            <a:r>
              <a:t/>
            </a:r>
            <a:endParaRPr b="0" cap="none" sz="1400" i="0" strike="noStrike" u="none">
              <a:solidFill>
                <a:schemeClr val="lt1"/>
              </a:solidFill>
              <a:latin typeface="Arial"/>
              <a:ea typeface="Arial"/>
              <a:cs typeface="Arial"/>
              <a:sym typeface="Arial"/>
            </a:endParaRPr>
          </a:p>
        </p:txBody>
      </p:sp>
      <p:sp>
        <p:nvSpPr>
          <p:cNvPr id="1048633" name="Google Shape;158;p8"/>
          <p:cNvSpPr/>
          <p:nvPr/>
        </p:nvSpPr>
        <p:spPr>
          <a:xfrm>
            <a:off x="10024869" y="1785244"/>
            <a:ext cx="557283" cy="365315"/>
          </a:xfrm>
          <a:prstGeom prst="ellipse"/>
          <a:noFill/>
          <a:ln w="25400" cap="flat" cmpd="sng">
            <a:solidFill>
              <a:srgbClr val="92D050"/>
            </a:solidFill>
            <a:prstDash val="solid"/>
            <a:round/>
            <a:headEnd type="none" w="sm" len="sm"/>
            <a:tailEnd type="none" w="sm" len="sm"/>
          </a:ln>
        </p:spPr>
        <p:txBody>
          <a:bodyPr anchor="ctr" anchorCtr="0" bIns="45700" lIns="91425" rIns="91425" spcFirstLastPara="1" tIns="45700" wrap="square">
            <a:noAutofit/>
          </a:bodyPr>
          <a:p>
            <a:pPr algn="ctr" indent="0" lvl="0" marL="0" marR="0" rtl="0">
              <a:lnSpc>
                <a:spcPct val="100000"/>
              </a:lnSpc>
              <a:spcBef>
                <a:spcPts val="0"/>
              </a:spcBef>
              <a:spcAft>
                <a:spcPts val="0"/>
              </a:spcAft>
              <a:buNone/>
            </a:pPr>
            <a:r>
              <a:t/>
            </a:r>
            <a:endParaRPr b="0" cap="none" sz="1400" i="0" strike="noStrike" u="none">
              <a:solidFill>
                <a:schemeClr val="lt1"/>
              </a:solidFill>
              <a:latin typeface="Arial"/>
              <a:ea typeface="Arial"/>
              <a:cs typeface="Arial"/>
              <a:sym typeface="Arial"/>
            </a:endParaRPr>
          </a:p>
        </p:txBody>
      </p:sp>
      <p:sp>
        <p:nvSpPr>
          <p:cNvPr id="1048634" name="Google Shape;159;p8"/>
          <p:cNvSpPr/>
          <p:nvPr/>
        </p:nvSpPr>
        <p:spPr>
          <a:xfrm>
            <a:off x="9537076" y="2140643"/>
            <a:ext cx="557283" cy="365315"/>
          </a:xfrm>
          <a:prstGeom prst="ellipse"/>
          <a:noFill/>
          <a:ln w="25400" cap="flat" cmpd="sng">
            <a:solidFill>
              <a:srgbClr val="92D050"/>
            </a:solidFill>
            <a:prstDash val="solid"/>
            <a:round/>
            <a:headEnd type="none" w="sm" len="sm"/>
            <a:tailEnd type="none" w="sm" len="sm"/>
          </a:ln>
        </p:spPr>
        <p:txBody>
          <a:bodyPr anchor="ctr" anchorCtr="0" bIns="45700" lIns="91425" rIns="91425" spcFirstLastPara="1" tIns="45700" wrap="square">
            <a:noAutofit/>
          </a:bodyPr>
          <a:p>
            <a:pPr algn="ctr" indent="0" lvl="0" marL="0" marR="0" rtl="0">
              <a:lnSpc>
                <a:spcPct val="100000"/>
              </a:lnSpc>
              <a:spcBef>
                <a:spcPts val="0"/>
              </a:spcBef>
              <a:spcAft>
                <a:spcPts val="0"/>
              </a:spcAft>
              <a:buNone/>
            </a:pPr>
            <a:r>
              <a:t/>
            </a:r>
            <a:endParaRPr b="0" cap="none" sz="1400" i="0" strike="noStrike" u="non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70" name="Shape 163"/>
        <p:cNvGrpSpPr/>
        <p:nvPr/>
      </p:nvGrpSpPr>
      <p:grpSpPr>
        <a:xfrm>
          <a:off x="0" y="0"/>
          <a:ext cx="0" cy="0"/>
          <a:chOff x="0" y="0"/>
          <a:chExt cx="0" cy="0"/>
        </a:xfrm>
      </p:grpSpPr>
      <p:sp>
        <p:nvSpPr>
          <p:cNvPr id="1048637" name="Google Shape;164;p9"/>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lang="en-US"/>
              <a:t>Latihan 2</a:t>
            </a:r>
          </a:p>
        </p:txBody>
      </p:sp>
      <p:sp>
        <p:nvSpPr>
          <p:cNvPr id="1048638" name="Google Shape;165;p9"/>
          <p:cNvSpPr txBox="1"/>
          <p:nvPr>
            <p:ph type="body" idx="1"/>
          </p:nvPr>
        </p:nvSpPr>
        <p:spPr>
          <a:xfrm>
            <a:off x="838200" y="1825625"/>
            <a:ext cx="10325669" cy="4351338"/>
          </a:xfrm>
          <a:prstGeom prst="rect"/>
          <a:noFill/>
          <a:ln>
            <a:noFill/>
          </a:ln>
        </p:spPr>
        <p:txBody>
          <a:bodyPr anchor="t" anchorCtr="0" bIns="45700" lIns="91425" rIns="91425" spcFirstLastPara="1" tIns="45700" wrap="square">
            <a:normAutofit/>
          </a:bodyPr>
          <a:p>
            <a:pPr algn="l" indent="-203200" lvl="0" marL="228600" rtl="0">
              <a:lnSpc>
                <a:spcPct val="90000"/>
              </a:lnSpc>
              <a:spcBef>
                <a:spcPts val="0"/>
              </a:spcBef>
              <a:spcAft>
                <a:spcPts val="0"/>
              </a:spcAft>
              <a:buClr>
                <a:schemeClr val="dk1"/>
              </a:buClr>
              <a:buSzPts val="2000"/>
              <a:buChar char="•"/>
            </a:pPr>
            <a:r>
              <a:rPr sz="2000" lang="en-US"/>
              <a:t>Copy folder lat1 beserta isinya, lalu beri nama </a:t>
            </a:r>
            <a:r>
              <a:rPr b="1" sz="2000" lang="en-US"/>
              <a:t>lat2</a:t>
            </a:r>
            <a:r>
              <a:rPr sz="2000" lang="en-US"/>
              <a:t>.</a:t>
            </a:r>
            <a:endParaRPr sz="2000"/>
          </a:p>
          <a:p>
            <a:pPr algn="l" indent="-203200" lvl="0" marL="228600" rtl="0">
              <a:lnSpc>
                <a:spcPct val="90000"/>
              </a:lnSpc>
              <a:spcBef>
                <a:spcPts val="0"/>
              </a:spcBef>
              <a:spcAft>
                <a:spcPts val="0"/>
              </a:spcAft>
              <a:buClr>
                <a:schemeClr val="dk1"/>
              </a:buClr>
              <a:buSzPts val="2000"/>
              <a:buChar char="•"/>
            </a:pPr>
            <a:r>
              <a:rPr sz="2000" lang="en-US"/>
              <a:t>Ubah access modifier variable </a:t>
            </a:r>
            <a:r>
              <a:rPr b="1" sz="2000" lang="en-US"/>
              <a:t>$nama </a:t>
            </a:r>
            <a:r>
              <a:rPr sz="2000" lang="en-US"/>
              <a:t>pada class Mahasiswa dengan </a:t>
            </a:r>
            <a:r>
              <a:rPr b="1" sz="2000" lang="en-US"/>
              <a:t>public</a:t>
            </a:r>
            <a:endParaRPr b="1" sz="2400"/>
          </a:p>
          <a:p>
            <a:pPr algn="l" indent="-203200" lvl="0" marL="228600" rtl="0">
              <a:lnSpc>
                <a:spcPct val="90000"/>
              </a:lnSpc>
              <a:spcBef>
                <a:spcPts val="1000"/>
              </a:spcBef>
              <a:spcAft>
                <a:spcPts val="0"/>
              </a:spcAft>
              <a:buClr>
                <a:schemeClr val="dk1"/>
              </a:buClr>
              <a:buSzPts val="2000"/>
              <a:buChar char="•"/>
            </a:pPr>
            <a:r>
              <a:rPr sz="2000" lang="en-US"/>
              <a:t>Lalu pada file index.php (baris 16 dan 17), coba panggil variable $nim dan $nama dari objek mahasiswa_1</a:t>
            </a:r>
            <a:endParaRPr sz="2000"/>
          </a:p>
        </p:txBody>
      </p:sp>
      <p:pic>
        <p:nvPicPr>
          <p:cNvPr id="2097165" name="Google Shape;166;p9"/>
          <p:cNvPicPr preferRelativeResize="0">
            <a:picLocks/>
          </p:cNvPicPr>
          <p:nvPr/>
        </p:nvPicPr>
        <p:blipFill rotWithShape="1">
          <a:blip xmlns:r="http://schemas.openxmlformats.org/officeDocument/2006/relationships" r:embed="rId1">
            <a:alphaModFix/>
          </a:blip>
          <a:srcRect l="0" t="0" r="0" b="0"/>
          <a:stretch>
            <a:fillRect/>
          </a:stretch>
        </p:blipFill>
        <p:spPr>
          <a:xfrm>
            <a:off x="1187355" y="3578343"/>
            <a:ext cx="3961576" cy="2376945"/>
          </a:xfrm>
          <a:prstGeom prst="rect"/>
          <a:noFill/>
          <a:ln w="9525" cap="flat" cmpd="sng">
            <a:solidFill>
              <a:srgbClr val="0070C0"/>
            </a:solidFill>
            <a:prstDash val="solid"/>
            <a:round/>
            <a:headEnd type="none" w="sm" len="sm"/>
            <a:tailEnd type="none" w="sm" len="sm"/>
          </a:ln>
        </p:spPr>
      </p:pic>
      <p:pic>
        <p:nvPicPr>
          <p:cNvPr id="2097166" name="Google Shape;167;p9"/>
          <p:cNvPicPr preferRelativeResize="0">
            <a:picLocks/>
          </p:cNvPicPr>
          <p:nvPr/>
        </p:nvPicPr>
        <p:blipFill rotWithShape="1">
          <a:blip xmlns:r="http://schemas.openxmlformats.org/officeDocument/2006/relationships" r:embed="rId2">
            <a:alphaModFix/>
          </a:blip>
          <a:srcRect l="0" t="0" r="0" b="0"/>
          <a:stretch>
            <a:fillRect/>
          </a:stretch>
        </p:blipFill>
        <p:spPr>
          <a:xfrm>
            <a:off x="5330077" y="3036638"/>
            <a:ext cx="6735055" cy="3427662"/>
          </a:xfrm>
          <a:prstGeom prst="rect"/>
          <a:noFill/>
          <a:ln w="9525" cap="flat" cmpd="sng">
            <a:solidFill>
              <a:srgbClr val="0070C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73" name="Shape 171"/>
        <p:cNvGrpSpPr/>
        <p:nvPr/>
      </p:nvGrpSpPr>
      <p:grpSpPr>
        <a:xfrm>
          <a:off x="0" y="0"/>
          <a:ext cx="0" cy="0"/>
          <a:chOff x="0" y="0"/>
          <a:chExt cx="0" cy="0"/>
        </a:xfrm>
      </p:grpSpPr>
      <p:sp>
        <p:nvSpPr>
          <p:cNvPr id="1048641" name="Google Shape;172;p31"/>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lang="en-US"/>
              <a:t>Latihan 2</a:t>
            </a:r>
          </a:p>
        </p:txBody>
      </p:sp>
      <p:sp>
        <p:nvSpPr>
          <p:cNvPr id="1048642" name="Google Shape;173;p31"/>
          <p:cNvSpPr txBox="1"/>
          <p:nvPr>
            <p:ph type="body" idx="1"/>
          </p:nvPr>
        </p:nvSpPr>
        <p:spPr>
          <a:xfrm>
            <a:off x="838200" y="1825625"/>
            <a:ext cx="10515600" cy="4351338"/>
          </a:xfrm>
          <a:prstGeom prst="rect"/>
          <a:noFill/>
          <a:ln>
            <a:noFill/>
          </a:ln>
        </p:spPr>
        <p:txBody>
          <a:bodyPr anchor="t" anchorCtr="0" bIns="45700" lIns="91425" rIns="91425" spcFirstLastPara="1" tIns="45700" wrap="square">
            <a:normAutofit/>
          </a:bodyPr>
          <a:p>
            <a:pPr algn="l" indent="-323850" lvl="0" marL="457200" rtl="0">
              <a:lnSpc>
                <a:spcPct val="90000"/>
              </a:lnSpc>
              <a:spcBef>
                <a:spcPts val="1000"/>
              </a:spcBef>
              <a:spcAft>
                <a:spcPts val="0"/>
              </a:spcAft>
              <a:buSzPts val="1500"/>
              <a:buChar char="•"/>
            </a:pPr>
            <a:r>
              <a:rPr sz="1500" lang="en-US"/>
              <a:t>Hasilnya, isi variable $nama dapat ditampilkan, namun terdapat pesan error pada baris code yang mengakses variable $nim. Ini terjadi karena $nim memiliki access modifier </a:t>
            </a:r>
            <a:r>
              <a:rPr b="1" sz="1500" lang="en-US"/>
              <a:t>private</a:t>
            </a:r>
            <a:r>
              <a:rPr sz="1500" lang="en-US"/>
              <a:t>. Sehingga tidak dapat diakses secara langsung  dari luar class.</a:t>
            </a:r>
            <a:endParaRPr sz="1500"/>
          </a:p>
          <a:p>
            <a:pPr algn="l" indent="-323850" lvl="0" marL="457200" rtl="0">
              <a:lnSpc>
                <a:spcPct val="90000"/>
              </a:lnSpc>
              <a:spcBef>
                <a:spcPts val="1000"/>
              </a:spcBef>
              <a:spcAft>
                <a:spcPts val="0"/>
              </a:spcAft>
              <a:buSzPts val="1500"/>
              <a:buChar char="•"/>
            </a:pPr>
            <a:r>
              <a:rPr sz="1500" lang="en-US"/>
              <a:t>Memberi access modifier public pada variable sebaiknya dihindari, alasannya akan dijelaskan pada pembahasan selanjutnya.</a:t>
            </a:r>
            <a:endParaRPr sz="1500"/>
          </a:p>
        </p:txBody>
      </p:sp>
      <p:pic>
        <p:nvPicPr>
          <p:cNvPr id="2097167" name="Google Shape;174;p31"/>
          <p:cNvPicPr preferRelativeResize="0">
            <a:picLocks/>
          </p:cNvPicPr>
          <p:nvPr/>
        </p:nvPicPr>
        <p:blipFill rotWithShape="1">
          <a:blip xmlns:r="http://schemas.openxmlformats.org/officeDocument/2006/relationships" r:embed="rId1">
            <a:alphaModFix/>
          </a:blip>
          <a:srcRect l="0" t="0" r="0" b="0"/>
          <a:stretch>
            <a:fillRect/>
          </a:stretch>
        </p:blipFill>
        <p:spPr>
          <a:xfrm>
            <a:off x="1068450" y="2768050"/>
            <a:ext cx="8152374" cy="3720275"/>
          </a:xfrm>
          <a:prstGeom prst="rect"/>
          <a:noFill/>
          <a:ln w="9525" cap="flat" cmpd="sng">
            <a:solidFill>
              <a:srgbClr val="0070C0"/>
            </a:solidFill>
            <a:prstDash val="solid"/>
            <a:round/>
            <a:headEnd type="none" w="sm" len="sm"/>
            <a:tailEnd type="none" w="sm" len="sm"/>
          </a:ln>
        </p:spPr>
      </p:pic>
      <p:pic>
        <p:nvPicPr>
          <p:cNvPr id="2097168" name="Google Shape;175;p31"/>
          <p:cNvPicPr preferRelativeResize="0">
            <a:picLocks/>
          </p:cNvPicPr>
          <p:nvPr/>
        </p:nvPicPr>
        <p:blipFill rotWithShape="1">
          <a:blip xmlns:r="http://schemas.openxmlformats.org/officeDocument/2006/relationships" r:embed="rId2">
            <a:alphaModFix/>
          </a:blip>
          <a:srcRect l="0" t="0" r="0" b="0"/>
          <a:stretch>
            <a:fillRect/>
          </a:stretch>
        </p:blipFill>
        <p:spPr>
          <a:xfrm>
            <a:off x="8136176" y="3428748"/>
            <a:ext cx="3264675" cy="1958825"/>
          </a:xfrm>
          <a:prstGeom prst="rect"/>
          <a:noFill/>
          <a:ln w="9525" cap="flat" cmpd="sng">
            <a:solidFill>
              <a:srgbClr val="0070C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76" name="Shape 179"/>
        <p:cNvGrpSpPr/>
        <p:nvPr/>
      </p:nvGrpSpPr>
      <p:grpSpPr>
        <a:xfrm>
          <a:off x="0" y="0"/>
          <a:ext cx="0" cy="0"/>
          <a:chOff x="0" y="0"/>
          <a:chExt cx="0" cy="0"/>
        </a:xfrm>
      </p:grpSpPr>
      <p:sp>
        <p:nvSpPr>
          <p:cNvPr id="1048645" name="Google Shape;180;p10"/>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sz="4400" lang="en-US"/>
              <a:t>Encapsulation</a:t>
            </a:r>
          </a:p>
        </p:txBody>
      </p:sp>
      <p:sp>
        <p:nvSpPr>
          <p:cNvPr id="1048646" name="Google Shape;181;p10"/>
          <p:cNvSpPr txBox="1"/>
          <p:nvPr>
            <p:ph type="body" idx="1"/>
          </p:nvPr>
        </p:nvSpPr>
        <p:spPr>
          <a:xfrm>
            <a:off x="838200" y="1825625"/>
            <a:ext cx="10515600" cy="4351338"/>
          </a:xfrm>
          <a:prstGeom prst="rect"/>
          <a:noFill/>
          <a:ln>
            <a:noFill/>
          </a:ln>
        </p:spPr>
        <p:txBody>
          <a:bodyPr anchor="t" anchorCtr="0" bIns="45700" lIns="91425" rIns="91425" spcFirstLastPara="1" tIns="45700" wrap="square">
            <a:normAutofit/>
          </a:bodyPr>
          <a:p>
            <a:pPr algn="l" indent="-215900" lvl="0" marL="228600" rtl="0">
              <a:lnSpc>
                <a:spcPct val="90000"/>
              </a:lnSpc>
              <a:spcBef>
                <a:spcPts val="0"/>
              </a:spcBef>
              <a:spcAft>
                <a:spcPts val="0"/>
              </a:spcAft>
              <a:buClr>
                <a:schemeClr val="dk1"/>
              </a:buClr>
              <a:buSzPts val="2200"/>
              <a:buChar char="•"/>
            </a:pPr>
            <a:r>
              <a:rPr sz="2200" lang="en-US"/>
              <a:t>Membuat variable menjadi akses </a:t>
            </a:r>
            <a:r>
              <a:rPr b="1" sz="2200" lang="en-US"/>
              <a:t>private</a:t>
            </a:r>
            <a:r>
              <a:rPr sz="2200" lang="en-US"/>
              <a:t> sehingga dapat </a:t>
            </a:r>
            <a:r>
              <a:rPr b="1" sz="2200" lang="en-US"/>
              <a:t>melindungi data</a:t>
            </a:r>
            <a:r>
              <a:rPr sz="2200" lang="en-US"/>
              <a:t> (dengan memberikan akses yang terbatas).</a:t>
            </a:r>
            <a:endParaRPr sz="2600"/>
          </a:p>
          <a:p>
            <a:pPr algn="l" indent="-215900" lvl="0" marL="228600" rtl="0">
              <a:lnSpc>
                <a:spcPct val="90000"/>
              </a:lnSpc>
              <a:spcBef>
                <a:spcPts val="1000"/>
              </a:spcBef>
              <a:spcAft>
                <a:spcPts val="0"/>
              </a:spcAft>
              <a:buClr>
                <a:schemeClr val="dk1"/>
              </a:buClr>
              <a:buSzPts val="2200"/>
              <a:buChar char="•"/>
            </a:pPr>
            <a:r>
              <a:rPr sz="2200" lang="en-US"/>
              <a:t>Karena variable private hanya bisa diakses di dalam classnya, untuk memberi nilai variable dari luar class bisa menggunakan fungsi </a:t>
            </a:r>
            <a:r>
              <a:rPr b="1" sz="2200" lang="en-US"/>
              <a:t>Setter</a:t>
            </a:r>
            <a:r>
              <a:rPr sz="2200" lang="en-US"/>
              <a:t> dan dapat mengambil nilainya dengan fungsi </a:t>
            </a:r>
            <a:r>
              <a:rPr b="1" sz="2200" lang="en-US"/>
              <a:t>Getter</a:t>
            </a:r>
            <a:r>
              <a:rPr sz="2200" lang="en-US"/>
              <a:t>, kedua fungsi ini aksesnya dibuat </a:t>
            </a:r>
            <a:r>
              <a:rPr b="1" sz="2200" lang="en-US"/>
              <a:t>public</a:t>
            </a:r>
            <a:r>
              <a:rPr sz="2200" lang="en-US"/>
              <a:t>.</a:t>
            </a:r>
            <a:endParaRPr sz="2600"/>
          </a:p>
          <a:p>
            <a:pPr algn="l" indent="-76200" lvl="0" marL="228600" rtl="0">
              <a:lnSpc>
                <a:spcPct val="90000"/>
              </a:lnSpc>
              <a:spcBef>
                <a:spcPts val="1000"/>
              </a:spcBef>
              <a:spcAft>
                <a:spcPts val="0"/>
              </a:spcAft>
              <a:buClr>
                <a:schemeClr val="dk1"/>
              </a:buClr>
              <a:buSzPts val="2400"/>
              <a:buNone/>
            </a:pPr>
            <a:r>
              <a:t/>
            </a:r>
            <a:endParaRPr sz="2200"/>
          </a:p>
          <a:p>
            <a:pPr algn="l" indent="-215900" lvl="0" marL="228600" rtl="0">
              <a:lnSpc>
                <a:spcPct val="90000"/>
              </a:lnSpc>
              <a:spcBef>
                <a:spcPts val="1000"/>
              </a:spcBef>
              <a:spcAft>
                <a:spcPts val="0"/>
              </a:spcAft>
              <a:buClr>
                <a:schemeClr val="dk1"/>
              </a:buClr>
              <a:buSzPts val="2200"/>
              <a:buChar char="•"/>
            </a:pPr>
            <a:r>
              <a:rPr sz="2200" lang="en-US"/>
              <a:t>Contoh :</a:t>
            </a:r>
            <a:br>
              <a:rPr sz="2200" lang="en-US"/>
            </a:br>
            <a:r>
              <a:rPr sz="2200" lang="en-US"/>
              <a:t>Variabel umur didapatkan dari perhitungan </a:t>
            </a:r>
            <a:br>
              <a:rPr sz="2200" lang="en-US"/>
            </a:br>
            <a:r>
              <a:rPr sz="2200" lang="en-US"/>
              <a:t>tahun saat ini dikurangi dengan tahun lahir. </a:t>
            </a:r>
            <a:br>
              <a:rPr sz="2200" lang="en-US"/>
            </a:br>
            <a:r>
              <a:rPr sz="2200" lang="en-US"/>
              <a:t>Variabel umur tidak boleh diberi nilai secara </a:t>
            </a:r>
            <a:br>
              <a:rPr sz="2200" lang="en-US"/>
            </a:br>
            <a:r>
              <a:rPr sz="2200" lang="en-US"/>
              <a:t>langsung.</a:t>
            </a:r>
            <a:endParaRPr sz="2600"/>
          </a:p>
        </p:txBody>
      </p:sp>
      <p:pic>
        <p:nvPicPr>
          <p:cNvPr id="2097169" name="Google Shape;182;p10"/>
          <p:cNvPicPr preferRelativeResize="0">
            <a:picLocks/>
          </p:cNvPicPr>
          <p:nvPr/>
        </p:nvPicPr>
        <p:blipFill rotWithShape="1">
          <a:blip xmlns:r="http://schemas.openxmlformats.org/officeDocument/2006/relationships" r:embed="rId1">
            <a:alphaModFix/>
          </a:blip>
          <a:srcRect l="0" t="0" r="0" b="0"/>
          <a:stretch>
            <a:fillRect/>
          </a:stretch>
        </p:blipFill>
        <p:spPr>
          <a:xfrm>
            <a:off x="7425267" y="3914775"/>
            <a:ext cx="3928533" cy="2578100"/>
          </a:xfrm>
          <a:prstGeom prst="rect"/>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79" name="Shape 186"/>
        <p:cNvGrpSpPr/>
        <p:nvPr/>
      </p:nvGrpSpPr>
      <p:grpSpPr>
        <a:xfrm>
          <a:off x="0" y="0"/>
          <a:ext cx="0" cy="0"/>
          <a:chOff x="0" y="0"/>
          <a:chExt cx="0" cy="0"/>
        </a:xfrm>
      </p:grpSpPr>
      <p:sp>
        <p:nvSpPr>
          <p:cNvPr id="1048649" name="Google Shape;187;p11"/>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lang="en-US"/>
              <a:t>Latihan 3</a:t>
            </a:r>
          </a:p>
        </p:txBody>
      </p:sp>
      <p:sp>
        <p:nvSpPr>
          <p:cNvPr id="1048650" name="Google Shape;188;p11"/>
          <p:cNvSpPr txBox="1"/>
          <p:nvPr>
            <p:ph type="body" idx="1"/>
          </p:nvPr>
        </p:nvSpPr>
        <p:spPr>
          <a:xfrm>
            <a:off x="838200" y="1520825"/>
            <a:ext cx="10515600" cy="4351200"/>
          </a:xfrm>
          <a:prstGeom prst="rect"/>
          <a:noFill/>
          <a:ln>
            <a:noFill/>
          </a:ln>
        </p:spPr>
        <p:txBody>
          <a:bodyPr anchor="t" anchorCtr="0" bIns="45700" lIns="91425" rIns="91425" spcFirstLastPara="1" tIns="45700" wrap="square">
            <a:normAutofit/>
          </a:bodyPr>
          <a:p>
            <a:pPr algn="l" indent="0" lvl="0" marL="0" rtl="0">
              <a:spcBef>
                <a:spcPts val="0"/>
              </a:spcBef>
              <a:spcAft>
                <a:spcPts val="0"/>
              </a:spcAft>
              <a:buNone/>
            </a:pPr>
            <a:r>
              <a:rPr sz="1400" lang="en-US"/>
              <a:t>Copy folder lat2 beserta isinya, lalu beri nama </a:t>
            </a:r>
            <a:r>
              <a:rPr b="1" sz="1400" lang="en-US"/>
              <a:t>lat3</a:t>
            </a:r>
            <a:endParaRPr sz="2200"/>
          </a:p>
        </p:txBody>
      </p:sp>
      <p:pic>
        <p:nvPicPr>
          <p:cNvPr id="2097170" name="Google Shape;189;p11"/>
          <p:cNvPicPr preferRelativeResize="0">
            <a:picLocks/>
          </p:cNvPicPr>
          <p:nvPr/>
        </p:nvPicPr>
        <p:blipFill rotWithShape="1">
          <a:blip xmlns:r="http://schemas.openxmlformats.org/officeDocument/2006/relationships" r:embed="rId1">
            <a:alphaModFix/>
          </a:blip>
          <a:srcRect l="0" t="0" r="0" b="0"/>
          <a:stretch>
            <a:fillRect/>
          </a:stretch>
        </p:blipFill>
        <p:spPr>
          <a:xfrm>
            <a:off x="514675" y="1841750"/>
            <a:ext cx="4227100" cy="4906050"/>
          </a:xfrm>
          <a:prstGeom prst="rect"/>
          <a:noFill/>
          <a:ln w="9525" cap="flat" cmpd="sng">
            <a:solidFill>
              <a:srgbClr val="0070C0"/>
            </a:solidFill>
            <a:prstDash val="solid"/>
            <a:round/>
            <a:headEnd type="none" w="sm" len="sm"/>
            <a:tailEnd type="none" w="sm" len="sm"/>
          </a:ln>
        </p:spPr>
      </p:pic>
      <p:pic>
        <p:nvPicPr>
          <p:cNvPr id="2097171" name="Google Shape;190;p11"/>
          <p:cNvPicPr preferRelativeResize="0">
            <a:picLocks/>
          </p:cNvPicPr>
          <p:nvPr/>
        </p:nvPicPr>
        <p:blipFill rotWithShape="1">
          <a:blip xmlns:r="http://schemas.openxmlformats.org/officeDocument/2006/relationships" r:embed="rId2">
            <a:alphaModFix/>
          </a:blip>
          <a:srcRect l="0" t="0" r="0" b="0"/>
          <a:stretch>
            <a:fillRect/>
          </a:stretch>
        </p:blipFill>
        <p:spPr>
          <a:xfrm>
            <a:off x="4843572" y="272226"/>
            <a:ext cx="7248348" cy="4104282"/>
          </a:xfrm>
          <a:prstGeom prst="rect"/>
          <a:noFill/>
          <a:ln w="9525" cap="flat" cmpd="sng">
            <a:solidFill>
              <a:srgbClr val="0070C0"/>
            </a:solidFill>
            <a:prstDash val="solid"/>
            <a:round/>
            <a:headEnd type="none" w="sm" len="sm"/>
            <a:tailEnd type="none" w="sm" len="sm"/>
          </a:ln>
        </p:spPr>
      </p:pic>
      <p:pic>
        <p:nvPicPr>
          <p:cNvPr id="2097172" name="Google Shape;191;p11"/>
          <p:cNvPicPr preferRelativeResize="0">
            <a:picLocks/>
          </p:cNvPicPr>
          <p:nvPr/>
        </p:nvPicPr>
        <p:blipFill rotWithShape="1">
          <a:blip xmlns:r="http://schemas.openxmlformats.org/officeDocument/2006/relationships" r:embed="rId3">
            <a:alphaModFix/>
          </a:blip>
          <a:srcRect l="0" t="0" r="0" b="0"/>
          <a:stretch>
            <a:fillRect/>
          </a:stretch>
        </p:blipFill>
        <p:spPr>
          <a:xfrm>
            <a:off x="5828442" y="4511445"/>
            <a:ext cx="5278607" cy="1800455"/>
          </a:xfrm>
          <a:prstGeom prst="rect"/>
          <a:noFill/>
          <a:ln w="9525" cap="flat" cmpd="sng">
            <a:solidFill>
              <a:srgbClr val="0070C0"/>
            </a:solidFill>
            <a:prstDash val="solid"/>
            <a:round/>
            <a:headEnd type="none" w="sm" len="sm"/>
            <a:tailEnd type="none" w="sm" len="sm"/>
          </a:ln>
        </p:spPr>
      </p:pic>
      <p:pic>
        <p:nvPicPr>
          <p:cNvPr id="2097173" name="Google Shape;192;p11"/>
          <p:cNvPicPr preferRelativeResize="0">
            <a:picLocks/>
          </p:cNvPicPr>
          <p:nvPr/>
        </p:nvPicPr>
        <p:blipFill>
          <a:blip xmlns:r="http://schemas.openxmlformats.org/officeDocument/2006/relationships" r:embed="rId4">
            <a:alphaModFix/>
          </a:blip>
          <a:stretch>
            <a:fillRect/>
          </a:stretch>
        </p:blipFill>
        <p:spPr>
          <a:xfrm>
            <a:off x="5129425" y="4839300"/>
            <a:ext cx="570125" cy="715475"/>
          </a:xfrm>
          <a:prstGeom prst="rect"/>
          <a:noFill/>
          <a:ln>
            <a:noFill/>
          </a:ln>
        </p:spPr>
      </p:pic>
      <p:pic>
        <p:nvPicPr>
          <p:cNvPr id="2097174" name="Google Shape;193;p11"/>
          <p:cNvPicPr preferRelativeResize="0">
            <a:picLocks/>
          </p:cNvPicPr>
          <p:nvPr/>
        </p:nvPicPr>
        <p:blipFill>
          <a:blip xmlns:r="http://schemas.openxmlformats.org/officeDocument/2006/relationships" r:embed="rId5">
            <a:alphaModFix/>
          </a:blip>
          <a:stretch>
            <a:fillRect/>
          </a:stretch>
        </p:blipFill>
        <p:spPr>
          <a:xfrm>
            <a:off x="5158125" y="5647484"/>
            <a:ext cx="512725" cy="664406"/>
          </a:xfrm>
          <a:prstGeom prst="rect"/>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82" name="Shape 197"/>
        <p:cNvGrpSpPr/>
        <p:nvPr/>
      </p:nvGrpSpPr>
      <p:grpSpPr>
        <a:xfrm>
          <a:off x="0" y="0"/>
          <a:ext cx="0" cy="0"/>
          <a:chOff x="0" y="0"/>
          <a:chExt cx="0" cy="0"/>
        </a:xfrm>
      </p:grpSpPr>
      <p:sp>
        <p:nvSpPr>
          <p:cNvPr id="1048653" name="Google Shape;198;p12"/>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lang="en-US"/>
              <a:t>Latihan 3</a:t>
            </a:r>
          </a:p>
        </p:txBody>
      </p:sp>
      <p:sp>
        <p:nvSpPr>
          <p:cNvPr id="1048654" name="Google Shape;199;p12"/>
          <p:cNvSpPr txBox="1"/>
          <p:nvPr>
            <p:ph type="body" idx="1"/>
          </p:nvPr>
        </p:nvSpPr>
        <p:spPr>
          <a:xfrm>
            <a:off x="838200" y="1825625"/>
            <a:ext cx="10515600" cy="4351338"/>
          </a:xfrm>
          <a:prstGeom prst="rect"/>
          <a:noFill/>
          <a:ln>
            <a:noFill/>
          </a:ln>
        </p:spPr>
        <p:txBody>
          <a:bodyPr anchor="t" anchorCtr="0" bIns="45700" lIns="91425" rIns="91425" spcFirstLastPara="1" tIns="45700" wrap="square">
            <a:normAutofit/>
          </a:bodyPr>
          <a:p>
            <a:pPr algn="l" indent="-228600" lvl="0" marL="228600" rtl="0">
              <a:lnSpc>
                <a:spcPct val="90000"/>
              </a:lnSpc>
              <a:spcBef>
                <a:spcPts val="0"/>
              </a:spcBef>
              <a:spcAft>
                <a:spcPts val="0"/>
              </a:spcAft>
              <a:buClr>
                <a:schemeClr val="dk1"/>
              </a:buClr>
              <a:buSzPts val="2000"/>
              <a:buChar char="•"/>
            </a:pPr>
            <a:r>
              <a:rPr sz="2000" lang="en-US"/>
              <a:t>Karena variable umur aksesnya </a:t>
            </a:r>
            <a:r>
              <a:rPr b="1" sz="2000" lang="en-US"/>
              <a:t>public</a:t>
            </a:r>
            <a:r>
              <a:rPr sz="2000" lang="en-US"/>
              <a:t> maka nilainya </a:t>
            </a:r>
            <a:br>
              <a:rPr sz="2000" lang="en-US"/>
            </a:br>
            <a:r>
              <a:rPr sz="2000" lang="en-US"/>
              <a:t>bisa diubah dari manapun diluar classnya</a:t>
            </a:r>
            <a:br>
              <a:rPr sz="2000" lang="en-US"/>
            </a:br>
            <a:r>
              <a:rPr sz="2000" lang="en-US"/>
              <a:t>Hal seperti ini </a:t>
            </a:r>
            <a:r>
              <a:rPr b="1" sz="2000" lang="en-US"/>
              <a:t>tidak boleh</a:t>
            </a:r>
            <a:r>
              <a:rPr sz="2000" lang="en-US"/>
              <a:t>, karena bisa menghasilkan </a:t>
            </a:r>
            <a:br>
              <a:rPr sz="2000" lang="en-US"/>
            </a:br>
            <a:r>
              <a:rPr sz="2000" lang="en-US"/>
              <a:t>nilai umur yang tidak konsisten (100 dan 24).</a:t>
            </a:r>
          </a:p>
          <a:p>
            <a:pPr algn="l" indent="-228600" lvl="0" marL="228600" rtl="0">
              <a:lnSpc>
                <a:spcPct val="90000"/>
              </a:lnSpc>
              <a:spcBef>
                <a:spcPts val="1000"/>
              </a:spcBef>
              <a:spcAft>
                <a:spcPts val="0"/>
              </a:spcAft>
              <a:buClr>
                <a:schemeClr val="dk1"/>
              </a:buClr>
              <a:buSzPts val="2000"/>
              <a:buChar char="•"/>
            </a:pPr>
            <a:r>
              <a:rPr sz="2000" lang="en-US"/>
              <a:t>Harusnya umur dihitung melalui fungsi </a:t>
            </a:r>
            <a:r>
              <a:rPr b="1" sz="2000" lang="en-US"/>
              <a:t>setter</a:t>
            </a:r>
            <a:r>
              <a:rPr sz="2000" lang="en-US"/>
              <a:t> yaitu setUmur (tahun saat ini dikurangi tahun lahir).</a:t>
            </a:r>
          </a:p>
          <a:p>
            <a:pPr algn="l" indent="-228600" lvl="0" marL="228600" rtl="0">
              <a:lnSpc>
                <a:spcPct val="90000"/>
              </a:lnSpc>
              <a:spcBef>
                <a:spcPts val="1000"/>
              </a:spcBef>
              <a:spcAft>
                <a:spcPts val="0"/>
              </a:spcAft>
              <a:buClr>
                <a:schemeClr val="dk1"/>
              </a:buClr>
              <a:buSzPts val="2000"/>
              <a:buChar char="•"/>
            </a:pPr>
            <a:r>
              <a:rPr sz="2000" lang="en-US"/>
              <a:t>Variable umur harus dilindungi dengan dibuat </a:t>
            </a:r>
            <a:r>
              <a:rPr b="1" sz="2000" lang="en-US"/>
              <a:t>private</a:t>
            </a:r>
            <a:r>
              <a:rPr sz="2000" lang="en-US"/>
              <a:t>, sehingga jika diberi nilai secara langsung akan muncul error (karena tidak diijinkan).</a:t>
            </a:r>
          </a:p>
          <a:p>
            <a:pPr algn="l" indent="-101600" lvl="0" marL="228600" rtl="0">
              <a:lnSpc>
                <a:spcPct val="90000"/>
              </a:lnSpc>
              <a:spcBef>
                <a:spcPts val="1000"/>
              </a:spcBef>
              <a:spcAft>
                <a:spcPts val="0"/>
              </a:spcAft>
              <a:buClr>
                <a:schemeClr val="dk1"/>
              </a:buClr>
              <a:buSzPts val="2000"/>
              <a:buNone/>
            </a:pPr>
            <a:r>
              <a:t/>
            </a:r>
            <a:endParaRPr sz="2000"/>
          </a:p>
          <a:p>
            <a:pPr algn="l" indent="-101600" lvl="0" marL="228600" rtl="0">
              <a:lnSpc>
                <a:spcPct val="90000"/>
              </a:lnSpc>
              <a:spcBef>
                <a:spcPts val="1000"/>
              </a:spcBef>
              <a:spcAft>
                <a:spcPts val="0"/>
              </a:spcAft>
              <a:buClr>
                <a:schemeClr val="dk1"/>
              </a:buClr>
              <a:buSzPts val="2000"/>
              <a:buNone/>
            </a:pPr>
            <a:r>
              <a:t/>
            </a:r>
            <a:endParaRPr sz="2000"/>
          </a:p>
        </p:txBody>
      </p:sp>
      <p:pic>
        <p:nvPicPr>
          <p:cNvPr id="2097175" name="Google Shape;200;p12"/>
          <p:cNvPicPr preferRelativeResize="0">
            <a:picLocks/>
          </p:cNvPicPr>
          <p:nvPr/>
        </p:nvPicPr>
        <p:blipFill rotWithShape="1">
          <a:blip xmlns:r="http://schemas.openxmlformats.org/officeDocument/2006/relationships" r:embed="rId1">
            <a:alphaModFix/>
          </a:blip>
          <a:srcRect l="0" t="0" r="0" b="0"/>
          <a:stretch>
            <a:fillRect/>
          </a:stretch>
        </p:blipFill>
        <p:spPr>
          <a:xfrm>
            <a:off x="6820901" y="1027906"/>
            <a:ext cx="5154340" cy="1849643"/>
          </a:xfrm>
          <a:prstGeom prst="rect"/>
          <a:noFill/>
          <a:ln w="9525" cap="flat" cmpd="sng">
            <a:solidFill>
              <a:srgbClr val="0070C0"/>
            </a:solidFill>
            <a:prstDash val="solid"/>
            <a:round/>
            <a:headEnd type="none" w="sm" len="sm"/>
            <a:tailEnd type="none" w="sm" len="sm"/>
          </a:ln>
        </p:spPr>
      </p:pic>
      <p:pic>
        <p:nvPicPr>
          <p:cNvPr id="2097176" name="Google Shape;201;p12"/>
          <p:cNvPicPr preferRelativeResize="0">
            <a:picLocks/>
          </p:cNvPicPr>
          <p:nvPr/>
        </p:nvPicPr>
        <p:blipFill rotWithShape="1">
          <a:blip xmlns:r="http://schemas.openxmlformats.org/officeDocument/2006/relationships" r:embed="rId2">
            <a:alphaModFix/>
          </a:blip>
          <a:srcRect l="0" t="0" r="0" b="0"/>
          <a:stretch>
            <a:fillRect/>
          </a:stretch>
        </p:blipFill>
        <p:spPr>
          <a:xfrm>
            <a:off x="1446417" y="4215810"/>
            <a:ext cx="9907383" cy="2181529"/>
          </a:xfrm>
          <a:prstGeom prst="rect"/>
          <a:noFill/>
          <a:ln w="9525" cap="flat" cmpd="sng">
            <a:solidFill>
              <a:srgbClr val="0070C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85" name="Shape 205"/>
        <p:cNvGrpSpPr/>
        <p:nvPr/>
      </p:nvGrpSpPr>
      <p:grpSpPr>
        <a:xfrm>
          <a:off x="0" y="0"/>
          <a:ext cx="0" cy="0"/>
          <a:chOff x="0" y="0"/>
          <a:chExt cx="0" cy="0"/>
        </a:xfrm>
      </p:grpSpPr>
      <p:sp>
        <p:nvSpPr>
          <p:cNvPr id="1048657" name="Google Shape;206;p13"/>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sz="4400" lang="en-US"/>
              <a:t>Constructor</a:t>
            </a:r>
          </a:p>
        </p:txBody>
      </p:sp>
      <p:sp>
        <p:nvSpPr>
          <p:cNvPr id="1048658" name="Google Shape;207;p13"/>
          <p:cNvSpPr txBox="1"/>
          <p:nvPr>
            <p:ph type="body" idx="1"/>
          </p:nvPr>
        </p:nvSpPr>
        <p:spPr>
          <a:xfrm>
            <a:off x="635254" y="1881004"/>
            <a:ext cx="6570764" cy="1704975"/>
          </a:xfrm>
          <a:prstGeom prst="rect"/>
          <a:noFill/>
          <a:ln>
            <a:noFill/>
          </a:ln>
        </p:spPr>
        <p:txBody>
          <a:bodyPr anchor="t" anchorCtr="0" bIns="45700" lIns="91425" rIns="91425" spcFirstLastPara="1" tIns="45700" wrap="square">
            <a:normAutofit/>
          </a:bodyPr>
          <a:p>
            <a:pPr algn="l" indent="-228600" lvl="0" marL="228600" rtl="0">
              <a:lnSpc>
                <a:spcPct val="90000"/>
              </a:lnSpc>
              <a:spcBef>
                <a:spcPts val="0"/>
              </a:spcBef>
              <a:spcAft>
                <a:spcPts val="0"/>
              </a:spcAft>
              <a:buClr>
                <a:schemeClr val="dk1"/>
              </a:buClr>
              <a:buSzPts val="2000"/>
              <a:buChar char="•"/>
            </a:pPr>
            <a:r>
              <a:rPr sz="2000" lang="en-US"/>
              <a:t>Fungsi khusus yang dirancang dan dipanggil untuk melakukan tindakan </a:t>
            </a:r>
            <a:r>
              <a:rPr b="1" sz="2000" lang="en-US"/>
              <a:t>inisialisasi</a:t>
            </a:r>
            <a:r>
              <a:rPr sz="2000" lang="en-US"/>
              <a:t> objek dari sebuah class.</a:t>
            </a:r>
          </a:p>
          <a:p>
            <a:pPr algn="l" indent="-228600" lvl="0" marL="228600" rtl="0">
              <a:lnSpc>
                <a:spcPct val="90000"/>
              </a:lnSpc>
              <a:spcBef>
                <a:spcPts val="1000"/>
              </a:spcBef>
              <a:spcAft>
                <a:spcPts val="0"/>
              </a:spcAft>
              <a:buClr>
                <a:schemeClr val="dk1"/>
              </a:buClr>
              <a:buSzPts val="2000"/>
              <a:buChar char="•"/>
            </a:pPr>
            <a:r>
              <a:rPr sz="2000" lang="en-US"/>
              <a:t>Contoh : Setiap membuat objek Mahasiswa baru, objek ini memiliki status dengan nilai “Aktif”.</a:t>
            </a:r>
          </a:p>
        </p:txBody>
      </p:sp>
      <p:pic>
        <p:nvPicPr>
          <p:cNvPr id="2097177" name="Google Shape;208;p13"/>
          <p:cNvPicPr preferRelativeResize="0">
            <a:picLocks/>
          </p:cNvPicPr>
          <p:nvPr/>
        </p:nvPicPr>
        <p:blipFill rotWithShape="1">
          <a:blip xmlns:r="http://schemas.openxmlformats.org/officeDocument/2006/relationships" r:embed="rId1">
            <a:alphaModFix/>
          </a:blip>
          <a:srcRect l="0" t="0" r="0" b="0"/>
          <a:stretch>
            <a:fillRect/>
          </a:stretch>
        </p:blipFill>
        <p:spPr>
          <a:xfrm>
            <a:off x="7391254" y="215517"/>
            <a:ext cx="4667901" cy="6154009"/>
          </a:xfrm>
          <a:prstGeom prst="rect"/>
          <a:noFill/>
          <a:ln w="9525" cap="flat" cmpd="sng">
            <a:solidFill>
              <a:srgbClr val="0070C0"/>
            </a:solidFill>
            <a:prstDash val="solid"/>
            <a:round/>
            <a:headEnd type="none" w="sm" len="sm"/>
            <a:tailEnd type="none" w="sm" len="sm"/>
          </a:ln>
        </p:spPr>
      </p:pic>
      <p:pic>
        <p:nvPicPr>
          <p:cNvPr id="2097178" name="Google Shape;209;p13"/>
          <p:cNvPicPr preferRelativeResize="0">
            <a:picLocks/>
          </p:cNvPicPr>
          <p:nvPr/>
        </p:nvPicPr>
        <p:blipFill rotWithShape="1">
          <a:blip xmlns:r="http://schemas.openxmlformats.org/officeDocument/2006/relationships" r:embed="rId2">
            <a:alphaModFix/>
          </a:blip>
          <a:srcRect l="0" t="0" r="0" b="0"/>
          <a:stretch>
            <a:fillRect/>
          </a:stretch>
        </p:blipFill>
        <p:spPr>
          <a:xfrm>
            <a:off x="779555" y="3429000"/>
            <a:ext cx="6475230" cy="2935076"/>
          </a:xfrm>
          <a:prstGeom prst="rect"/>
          <a:noFill/>
          <a:ln w="9525" cap="flat" cmpd="sng">
            <a:solidFill>
              <a:srgbClr val="0070C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88" name="Shape 213"/>
        <p:cNvGrpSpPr/>
        <p:nvPr/>
      </p:nvGrpSpPr>
      <p:grpSpPr>
        <a:xfrm>
          <a:off x="0" y="0"/>
          <a:ext cx="0" cy="0"/>
          <a:chOff x="0" y="0"/>
          <a:chExt cx="0" cy="0"/>
        </a:xfrm>
      </p:grpSpPr>
      <p:sp>
        <p:nvSpPr>
          <p:cNvPr id="1048661" name="Google Shape;214;p32"/>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sz="4400" lang="en-US"/>
              <a:t>Constructor</a:t>
            </a:r>
          </a:p>
        </p:txBody>
      </p:sp>
      <p:sp>
        <p:nvSpPr>
          <p:cNvPr id="1048662" name="Google Shape;215;p32"/>
          <p:cNvSpPr txBox="1"/>
          <p:nvPr>
            <p:ph type="body" idx="1"/>
          </p:nvPr>
        </p:nvSpPr>
        <p:spPr>
          <a:xfrm>
            <a:off x="838200" y="1825625"/>
            <a:ext cx="10515600" cy="4351338"/>
          </a:xfrm>
          <a:prstGeom prst="rect"/>
          <a:noFill/>
          <a:ln>
            <a:noFill/>
          </a:ln>
        </p:spPr>
        <p:txBody>
          <a:bodyPr anchor="t" anchorCtr="0" bIns="45700" lIns="91425" rIns="91425" spcFirstLastPara="1" tIns="45700" wrap="square">
            <a:normAutofit/>
          </a:bodyPr>
          <a:p>
            <a:pPr algn="l" indent="-342900" lvl="0" marL="457200" rtl="0">
              <a:lnSpc>
                <a:spcPct val="90000"/>
              </a:lnSpc>
              <a:spcBef>
                <a:spcPts val="1000"/>
              </a:spcBef>
              <a:spcAft>
                <a:spcPts val="0"/>
              </a:spcAft>
              <a:buClr>
                <a:schemeClr val="dk1"/>
              </a:buClr>
              <a:buSzPts val="1800"/>
              <a:buChar char="•"/>
            </a:pPr>
            <a:r>
              <a:rPr lang="en-US"/>
              <a:t>Hasilnya</a:t>
            </a:r>
          </a:p>
        </p:txBody>
      </p:sp>
      <p:pic>
        <p:nvPicPr>
          <p:cNvPr id="2097179" name="Google Shape;216;p32"/>
          <p:cNvPicPr preferRelativeResize="0">
            <a:picLocks/>
          </p:cNvPicPr>
          <p:nvPr/>
        </p:nvPicPr>
        <p:blipFill rotWithShape="1">
          <a:blip xmlns:r="http://schemas.openxmlformats.org/officeDocument/2006/relationships" r:embed="rId1">
            <a:alphaModFix/>
          </a:blip>
          <a:srcRect l="0" t="0" r="0" b="0"/>
          <a:stretch>
            <a:fillRect/>
          </a:stretch>
        </p:blipFill>
        <p:spPr>
          <a:xfrm>
            <a:off x="4681182" y="1300964"/>
            <a:ext cx="7233313" cy="5070529"/>
          </a:xfrm>
          <a:prstGeom prst="rect"/>
          <a:noFill/>
          <a:ln w="9525" cap="flat" cmpd="sng">
            <a:solidFill>
              <a:srgbClr val="0070C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91" name="Shape 220"/>
        <p:cNvGrpSpPr/>
        <p:nvPr/>
      </p:nvGrpSpPr>
      <p:grpSpPr>
        <a:xfrm>
          <a:off x="0" y="0"/>
          <a:ext cx="0" cy="0"/>
          <a:chOff x="0" y="0"/>
          <a:chExt cx="0" cy="0"/>
        </a:xfrm>
      </p:grpSpPr>
      <p:sp>
        <p:nvSpPr>
          <p:cNvPr id="1048665" name="Google Shape;221;p14"/>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sz="4400" lang="en-US"/>
              <a:t>Inheritance</a:t>
            </a:r>
          </a:p>
        </p:txBody>
      </p:sp>
      <p:sp>
        <p:nvSpPr>
          <p:cNvPr id="1048666" name="Google Shape;222;p14"/>
          <p:cNvSpPr txBox="1"/>
          <p:nvPr>
            <p:ph type="body" idx="1"/>
          </p:nvPr>
        </p:nvSpPr>
        <p:spPr>
          <a:xfrm>
            <a:off x="838200" y="1825625"/>
            <a:ext cx="8507400" cy="4351500"/>
          </a:xfrm>
          <a:prstGeom prst="rect"/>
          <a:noFill/>
          <a:ln>
            <a:noFill/>
          </a:ln>
        </p:spPr>
        <p:txBody>
          <a:bodyPr anchor="t" anchorCtr="0" bIns="45700" lIns="91425" rIns="91425" spcFirstLastPara="1" tIns="45700" wrap="square">
            <a:noAutofit/>
          </a:bodyPr>
          <a:p>
            <a:pPr algn="l" indent="-184150" lvl="0" marL="228600" rtl="0">
              <a:lnSpc>
                <a:spcPct val="90000"/>
              </a:lnSpc>
              <a:spcBef>
                <a:spcPts val="0"/>
              </a:spcBef>
              <a:spcAft>
                <a:spcPts val="0"/>
              </a:spcAft>
              <a:buClr>
                <a:schemeClr val="dk1"/>
              </a:buClr>
              <a:buSzPts val="1700"/>
              <a:buChar char="•"/>
            </a:pPr>
            <a:r>
              <a:rPr sz="1700" lang="en-US"/>
              <a:t>Pewarisan memungkinkan untuk mendefinisikan class baru dari class yang sudah ada. Menurunkan variable dan fungsi dari </a:t>
            </a:r>
            <a:r>
              <a:rPr b="1" sz="1700" lang="en-US"/>
              <a:t>parent</a:t>
            </a:r>
            <a:r>
              <a:rPr sz="1700" lang="en-US"/>
              <a:t> class ke </a:t>
            </a:r>
            <a:r>
              <a:rPr b="1" sz="1700" lang="en-US"/>
              <a:t>child</a:t>
            </a:r>
            <a:r>
              <a:rPr sz="1700" lang="en-US"/>
              <a:t> class.</a:t>
            </a:r>
            <a:endParaRPr sz="1700"/>
          </a:p>
          <a:p>
            <a:pPr algn="l" indent="-76200" lvl="0" marL="228600" rtl="0">
              <a:lnSpc>
                <a:spcPct val="90000"/>
              </a:lnSpc>
              <a:spcBef>
                <a:spcPts val="0"/>
              </a:spcBef>
              <a:spcAft>
                <a:spcPts val="0"/>
              </a:spcAft>
              <a:buClr>
                <a:schemeClr val="dk1"/>
              </a:buClr>
              <a:buSzPts val="2400"/>
              <a:buNone/>
            </a:pPr>
            <a:r>
              <a:t/>
            </a:r>
            <a:endParaRPr sz="1700"/>
          </a:p>
          <a:p>
            <a:pPr algn="l" indent="-184150" lvl="0" marL="228600" rtl="0">
              <a:lnSpc>
                <a:spcPct val="90000"/>
              </a:lnSpc>
              <a:spcBef>
                <a:spcPts val="1000"/>
              </a:spcBef>
              <a:spcAft>
                <a:spcPts val="0"/>
              </a:spcAft>
              <a:buClr>
                <a:schemeClr val="dk1"/>
              </a:buClr>
              <a:buSzPts val="1700"/>
              <a:buChar char="•"/>
            </a:pPr>
            <a:r>
              <a:rPr sz="1700" lang="en-US"/>
              <a:t>Contoh :</a:t>
            </a:r>
            <a:br>
              <a:rPr sz="1700" lang="en-US"/>
            </a:br>
            <a:r>
              <a:rPr sz="1700" lang="en-US"/>
              <a:t>class </a:t>
            </a:r>
            <a:r>
              <a:rPr sz="1700" lang="en-US" u="sng"/>
              <a:t>MahasiswaTransfer </a:t>
            </a:r>
            <a:r>
              <a:rPr sz="1700" lang="en-US"/>
              <a:t>dan </a:t>
            </a:r>
            <a:r>
              <a:rPr sz="1700" lang="en-US" u="sng"/>
              <a:t>MahasiswaReguler </a:t>
            </a:r>
            <a:r>
              <a:rPr sz="1700" lang="en-US"/>
              <a:t>adalah turunan dari class </a:t>
            </a:r>
            <a:r>
              <a:rPr sz="1700" lang="en-US" u="sng"/>
              <a:t>Mahasiswa</a:t>
            </a:r>
            <a:r>
              <a:rPr sz="1700" lang="en-US"/>
              <a:t>.</a:t>
            </a:r>
            <a:br>
              <a:rPr sz="1700" lang="en-US"/>
            </a:br>
            <a:r>
              <a:rPr b="1" sz="1700" lang="en-US"/>
              <a:t>Parent </a:t>
            </a:r>
            <a:r>
              <a:rPr sz="1700" lang="en-US"/>
              <a:t>: Mahasiswa</a:t>
            </a:r>
            <a:br>
              <a:rPr sz="1700" lang="en-US"/>
            </a:br>
            <a:r>
              <a:rPr b="1" sz="1700" lang="en-US"/>
              <a:t>Child </a:t>
            </a:r>
            <a:r>
              <a:rPr sz="1700" lang="en-US"/>
              <a:t>: MahasiswaTransfer, </a:t>
            </a:r>
            <a:r>
              <a:rPr sz="1700" lang="en-US"/>
              <a:t>MahasiswaReguler</a:t>
            </a:r>
            <a:r>
              <a:rPr sz="1700" lang="en-US"/>
              <a:t> </a:t>
            </a:r>
            <a:endParaRPr sz="1700"/>
          </a:p>
          <a:p>
            <a:pPr algn="l" indent="-76200" lvl="0" marL="228600" rtl="0">
              <a:lnSpc>
                <a:spcPct val="90000"/>
              </a:lnSpc>
              <a:spcBef>
                <a:spcPts val="1000"/>
              </a:spcBef>
              <a:spcAft>
                <a:spcPts val="0"/>
              </a:spcAft>
              <a:buClr>
                <a:schemeClr val="dk1"/>
              </a:buClr>
              <a:buSzPts val="2400"/>
              <a:buNone/>
            </a:pPr>
            <a:r>
              <a:t/>
            </a:r>
            <a:endParaRPr sz="1700"/>
          </a:p>
          <a:p>
            <a:pPr algn="l" indent="-184150" lvl="0" marL="228600" rtl="0">
              <a:lnSpc>
                <a:spcPct val="90000"/>
              </a:lnSpc>
              <a:spcBef>
                <a:spcPts val="1000"/>
              </a:spcBef>
              <a:spcAft>
                <a:spcPts val="0"/>
              </a:spcAft>
              <a:buClr>
                <a:schemeClr val="dk1"/>
              </a:buClr>
              <a:buSzPts val="1700"/>
              <a:buChar char="•"/>
            </a:pPr>
            <a:r>
              <a:rPr sz="1700" lang="en-US"/>
              <a:t>Keyword </a:t>
            </a:r>
            <a:r>
              <a:rPr b="1" sz="1700" lang="en-US"/>
              <a:t>extends </a:t>
            </a:r>
            <a:r>
              <a:rPr sz="1700" lang="en-US"/>
              <a:t>digunakan untuk membuat kelas turunan dari </a:t>
            </a:r>
            <a:br>
              <a:rPr sz="1700" lang="en-US"/>
            </a:br>
            <a:r>
              <a:rPr sz="1700" lang="en-US"/>
              <a:t>class parent.</a:t>
            </a:r>
            <a:endParaRPr sz="1700"/>
          </a:p>
          <a:p>
            <a:pPr algn="l" indent="0" lvl="0" marL="457200" rtl="0">
              <a:lnSpc>
                <a:spcPct val="90000"/>
              </a:lnSpc>
              <a:spcBef>
                <a:spcPts val="1000"/>
              </a:spcBef>
              <a:spcAft>
                <a:spcPts val="0"/>
              </a:spcAft>
              <a:buNone/>
            </a:pPr>
            <a:r>
              <a:t/>
            </a:r>
            <a:endParaRPr sz="1700"/>
          </a:p>
          <a:p>
            <a:pPr algn="l" indent="-184150" lvl="0" marL="228600" rtl="0">
              <a:lnSpc>
                <a:spcPct val="90000"/>
              </a:lnSpc>
              <a:spcBef>
                <a:spcPts val="1000"/>
              </a:spcBef>
              <a:spcAft>
                <a:spcPts val="0"/>
              </a:spcAft>
              <a:buClr>
                <a:schemeClr val="dk1"/>
              </a:buClr>
              <a:buSzPts val="1700"/>
              <a:buChar char="•"/>
            </a:pPr>
            <a:r>
              <a:rPr sz="1700" lang="en-US"/>
              <a:t>Semua variable dan function milik class parent yang memiliki </a:t>
            </a:r>
            <a:br>
              <a:rPr sz="1700" lang="en-US"/>
            </a:br>
            <a:r>
              <a:rPr sz="1700" lang="en-US"/>
              <a:t>Access Modifier </a:t>
            </a:r>
            <a:r>
              <a:rPr b="1" sz="1700" lang="en-US"/>
              <a:t>selain</a:t>
            </a:r>
            <a:r>
              <a:rPr sz="1700" lang="en-US"/>
              <a:t> private, dapat diakses oleh class child.</a:t>
            </a:r>
            <a:endParaRPr sz="1700"/>
          </a:p>
        </p:txBody>
      </p:sp>
      <p:pic>
        <p:nvPicPr>
          <p:cNvPr id="2097180" name="Google Shape;223;p14" descr="Inheritance and Composition in Python - GeeksforGeeks"/>
          <p:cNvPicPr preferRelativeResize="0">
            <a:picLocks/>
          </p:cNvPicPr>
          <p:nvPr/>
        </p:nvPicPr>
        <p:blipFill rotWithShape="1">
          <a:blip xmlns:r="http://schemas.openxmlformats.org/officeDocument/2006/relationships" r:embed="rId1">
            <a:alphaModFix/>
          </a:blip>
          <a:srcRect l="14930" t="3836" r="15946" b="6949"/>
          <a:stretch>
            <a:fillRect/>
          </a:stretch>
        </p:blipFill>
        <p:spPr>
          <a:xfrm>
            <a:off x="9514400" y="580850"/>
            <a:ext cx="1691800" cy="3168424"/>
          </a:xfrm>
          <a:prstGeom prst="rect"/>
          <a:noFill/>
          <a:ln>
            <a:noFill/>
          </a:ln>
        </p:spPr>
      </p:pic>
      <p:pic>
        <p:nvPicPr>
          <p:cNvPr id="2097181" name="Google Shape;224;p14"/>
          <p:cNvPicPr preferRelativeResize="0">
            <a:picLocks/>
          </p:cNvPicPr>
          <p:nvPr/>
        </p:nvPicPr>
        <p:blipFill>
          <a:blip xmlns:r="http://schemas.openxmlformats.org/officeDocument/2006/relationships" r:embed="rId2">
            <a:alphaModFix/>
          </a:blip>
          <a:stretch>
            <a:fillRect/>
          </a:stretch>
        </p:blipFill>
        <p:spPr>
          <a:xfrm>
            <a:off x="7162525" y="4220751"/>
            <a:ext cx="5029476" cy="1956375"/>
          </a:xfrm>
          <a:prstGeom prst="rect"/>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94" name="Shape 228"/>
        <p:cNvGrpSpPr/>
        <p:nvPr/>
      </p:nvGrpSpPr>
      <p:grpSpPr>
        <a:xfrm>
          <a:off x="0" y="0"/>
          <a:ext cx="0" cy="0"/>
          <a:chOff x="0" y="0"/>
          <a:chExt cx="0" cy="0"/>
        </a:xfrm>
      </p:grpSpPr>
      <p:sp>
        <p:nvSpPr>
          <p:cNvPr id="1048669" name="Google Shape;229;p33"/>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lang="en-US"/>
              <a:t>Latihan 4</a:t>
            </a:r>
          </a:p>
        </p:txBody>
      </p:sp>
      <p:sp>
        <p:nvSpPr>
          <p:cNvPr id="1048670" name="Google Shape;230;p33"/>
          <p:cNvSpPr txBox="1"/>
          <p:nvPr>
            <p:ph type="body" idx="1"/>
          </p:nvPr>
        </p:nvSpPr>
        <p:spPr>
          <a:xfrm>
            <a:off x="492676" y="1882050"/>
            <a:ext cx="2755800" cy="4351200"/>
          </a:xfrm>
          <a:prstGeom prst="rect"/>
          <a:noFill/>
          <a:ln>
            <a:noFill/>
          </a:ln>
        </p:spPr>
        <p:txBody>
          <a:bodyPr anchor="t" anchorCtr="0" bIns="45700" lIns="91425" rIns="91425" spcFirstLastPara="1" tIns="45700" wrap="square">
            <a:normAutofit/>
          </a:bodyPr>
          <a:p>
            <a:pPr algn="l" indent="-304800" lvl="0" marL="457200" rtl="0">
              <a:spcBef>
                <a:spcPts val="0"/>
              </a:spcBef>
              <a:spcAft>
                <a:spcPts val="0"/>
              </a:spcAft>
              <a:buSzPts val="1200"/>
              <a:buChar char="•"/>
            </a:pPr>
            <a:r>
              <a:rPr sz="1600" lang="en-US"/>
              <a:t>Copy folder lat3 beserta isinya, lalu beri nama </a:t>
            </a:r>
            <a:r>
              <a:rPr b="1" sz="1600" lang="en-US"/>
              <a:t>lat4</a:t>
            </a:r>
            <a:endParaRPr b="1" sz="1600"/>
          </a:p>
          <a:p>
            <a:pPr algn="l" indent="0" lvl="0" marL="457200" rtl="0">
              <a:spcBef>
                <a:spcPts val="0"/>
              </a:spcBef>
              <a:spcAft>
                <a:spcPts val="0"/>
              </a:spcAft>
              <a:buNone/>
            </a:pPr>
            <a:r>
              <a:t/>
            </a:r>
            <a:endParaRPr b="1" sz="1600"/>
          </a:p>
          <a:p>
            <a:pPr algn="l" indent="-304800" lvl="0" marL="457200" rtl="0">
              <a:spcBef>
                <a:spcPts val="0"/>
              </a:spcBef>
              <a:spcAft>
                <a:spcPts val="0"/>
              </a:spcAft>
              <a:buSzPts val="1200"/>
              <a:buChar char="•"/>
            </a:pPr>
            <a:r>
              <a:rPr sz="1600" lang="en-US"/>
              <a:t>Di dalam folder lat4 buat sebuah file baru bernama MahasiswaTransfer.php</a:t>
            </a:r>
            <a:endParaRPr sz="1600"/>
          </a:p>
          <a:p>
            <a:pPr algn="l" indent="0" lvl="0" marL="457200" rtl="0">
              <a:spcBef>
                <a:spcPts val="0"/>
              </a:spcBef>
              <a:spcAft>
                <a:spcPts val="0"/>
              </a:spcAft>
              <a:buNone/>
            </a:pPr>
            <a:r>
              <a:t/>
            </a:r>
            <a:endParaRPr sz="1600"/>
          </a:p>
          <a:p>
            <a:pPr algn="l" indent="-304800" lvl="0" marL="457200" rtl="0">
              <a:spcBef>
                <a:spcPts val="0"/>
              </a:spcBef>
              <a:spcAft>
                <a:spcPts val="0"/>
              </a:spcAft>
              <a:buSzPts val="1200"/>
              <a:buChar char="•"/>
            </a:pPr>
            <a:r>
              <a:rPr sz="1600" lang="en-US"/>
              <a:t>Pada fungsi </a:t>
            </a:r>
            <a:r>
              <a:rPr b="1" sz="1600" lang="en-US"/>
              <a:t>construct</a:t>
            </a:r>
            <a:r>
              <a:rPr sz="1600" lang="en-US"/>
              <a:t> class MahasiswaTransfer, didefinisikan bahwa Setiap ada object baru, wajib memiliki </a:t>
            </a:r>
            <a:r>
              <a:rPr b="1" sz="1600" lang="en-US"/>
              <a:t>daftar_nilai</a:t>
            </a:r>
            <a:r>
              <a:rPr sz="1600" lang="en-US"/>
              <a:t> dan status awalnya adalah </a:t>
            </a:r>
            <a:r>
              <a:rPr b="1" sz="1600" lang="en-US"/>
              <a:t>Tidak Aktif</a:t>
            </a:r>
            <a:r>
              <a:rPr sz="1600" lang="en-US"/>
              <a:t>, serta kemudian  menjalankan fungsi </a:t>
            </a:r>
            <a:r>
              <a:rPr b="1" sz="1600" lang="en-US"/>
              <a:t>getIPK</a:t>
            </a:r>
            <a:r>
              <a:rPr sz="1600" lang="en-US"/>
              <a:t>.</a:t>
            </a:r>
            <a:endParaRPr sz="1600"/>
          </a:p>
        </p:txBody>
      </p:sp>
      <p:pic>
        <p:nvPicPr>
          <p:cNvPr id="2097182" name="Google Shape;231;p33"/>
          <p:cNvPicPr preferRelativeResize="0">
            <a:picLocks/>
          </p:cNvPicPr>
          <p:nvPr/>
        </p:nvPicPr>
        <p:blipFill rotWithShape="1">
          <a:blip xmlns:r="http://schemas.openxmlformats.org/officeDocument/2006/relationships" r:embed="rId1">
            <a:alphaModFix/>
          </a:blip>
          <a:srcRect l="0" t="0" r="0" b="0"/>
          <a:stretch>
            <a:fillRect/>
          </a:stretch>
        </p:blipFill>
        <p:spPr>
          <a:xfrm>
            <a:off x="3439236" y="1265417"/>
            <a:ext cx="8752764" cy="5227457"/>
          </a:xfrm>
          <a:prstGeom prst="rect"/>
          <a:noFill/>
          <a:ln w="9525" cap="flat" cmpd="sng">
            <a:solidFill>
              <a:srgbClr val="0070C0"/>
            </a:solidFill>
            <a:prstDash val="solid"/>
            <a:round/>
            <a:headEnd type="none" w="sm" len="sm"/>
            <a:tailEnd type="none" w="sm" len="sm"/>
          </a:ln>
        </p:spPr>
      </p:pic>
      <p:sp>
        <p:nvSpPr>
          <p:cNvPr id="1048671" name="Google Shape;232;p33"/>
          <p:cNvSpPr txBox="1"/>
          <p:nvPr/>
        </p:nvSpPr>
        <p:spPr>
          <a:xfrm>
            <a:off x="9582425" y="5793050"/>
            <a:ext cx="2554800" cy="646500"/>
          </a:xfrm>
          <a:prstGeom prst="rect"/>
          <a:solidFill>
            <a:srgbClr val="C9DAF8"/>
          </a:solidFill>
          <a:ln>
            <a:noFill/>
          </a:ln>
        </p:spPr>
        <p:txBody>
          <a:bodyPr anchor="t" anchorCtr="0" bIns="91425" lIns="91425" rIns="91425" spcFirstLastPara="1" tIns="91425" wrap="square">
            <a:spAutoFit/>
          </a:bodyPr>
          <a:p>
            <a:pPr algn="l" indent="0" lvl="0" marL="0" rtl="0">
              <a:spcBef>
                <a:spcPts val="0"/>
              </a:spcBef>
              <a:spcAft>
                <a:spcPts val="0"/>
              </a:spcAft>
              <a:buNone/>
            </a:pPr>
            <a:r>
              <a:rPr b="1" sz="1000" lang="en-US">
                <a:solidFill>
                  <a:schemeClr val="dk1"/>
                </a:solidFill>
                <a:latin typeface="Calibri"/>
                <a:ea typeface="Calibri"/>
                <a:cs typeface="Calibri"/>
                <a:sym typeface="Calibri"/>
              </a:rPr>
              <a:t>array_merge </a:t>
            </a:r>
            <a:r>
              <a:rPr sz="1000" lang="en-US">
                <a:solidFill>
                  <a:schemeClr val="dk1"/>
                </a:solidFill>
                <a:latin typeface="Calibri"/>
                <a:ea typeface="Calibri"/>
                <a:cs typeface="Calibri"/>
                <a:sym typeface="Calibri"/>
              </a:rPr>
              <a:t>adalah fungsi bawaan PHP, digunakan untuk menggabungkan dua atau lebih array.</a:t>
            </a:r>
            <a:endParaRPr sz="1000">
              <a:solidFill>
                <a:schemeClr val="dk1"/>
              </a:solidFill>
              <a:latin typeface="Calibri"/>
              <a:ea typeface="Calibri"/>
              <a:cs typeface="Calibri"/>
              <a:sym typeface="Calibri"/>
            </a:endParaRPr>
          </a:p>
        </p:txBody>
      </p:sp>
      <p:sp>
        <p:nvSpPr>
          <p:cNvPr id="1048672" name="Google Shape;233;p33"/>
          <p:cNvSpPr/>
          <p:nvPr/>
        </p:nvSpPr>
        <p:spPr>
          <a:xfrm>
            <a:off x="9152700" y="1637375"/>
            <a:ext cx="1033200" cy="374700"/>
          </a:xfrm>
          <a:prstGeom prst="ellipse"/>
          <a:noFill/>
          <a:ln w="9525" cap="flat" cmpd="sng">
            <a:solidFill>
              <a:srgbClr val="00FF00"/>
            </a:solidFill>
            <a:prstDash val="solid"/>
            <a:round/>
            <a:headEnd type="none" w="sm" len="sm"/>
            <a:tailEnd type="none" w="sm" len="sm"/>
          </a:ln>
        </p:spPr>
        <p:txBody>
          <a:bodyPr anchor="ctr" anchorCtr="0" bIns="91425" lIns="91425" rIns="91425" spcFirstLastPara="1" tIns="91425" wrap="square">
            <a:noAutofit/>
          </a:bodyPr>
          <a:p>
            <a:pPr algn="ctr" indent="0" lvl="0" marL="0" rtl="0">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97" name="Shape 237"/>
        <p:cNvGrpSpPr/>
        <p:nvPr/>
      </p:nvGrpSpPr>
      <p:grpSpPr>
        <a:xfrm>
          <a:off x="0" y="0"/>
          <a:ext cx="0" cy="0"/>
          <a:chOff x="0" y="0"/>
          <a:chExt cx="0" cy="0"/>
        </a:xfrm>
      </p:grpSpPr>
      <p:sp>
        <p:nvSpPr>
          <p:cNvPr id="1048675" name="Google Shape;238;p34"/>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lang="en-US"/>
              <a:t>Latihan 4</a:t>
            </a:r>
          </a:p>
        </p:txBody>
      </p:sp>
      <p:sp>
        <p:nvSpPr>
          <p:cNvPr id="1048676" name="Google Shape;239;p34"/>
          <p:cNvSpPr txBox="1"/>
          <p:nvPr>
            <p:ph type="body" idx="1"/>
          </p:nvPr>
        </p:nvSpPr>
        <p:spPr>
          <a:xfrm>
            <a:off x="838200" y="1825625"/>
            <a:ext cx="10515600" cy="4351338"/>
          </a:xfrm>
          <a:prstGeom prst="rect"/>
          <a:noFill/>
          <a:ln>
            <a:noFill/>
          </a:ln>
        </p:spPr>
        <p:txBody>
          <a:bodyPr anchor="t" anchorCtr="0" bIns="45700" lIns="91425" rIns="91425" spcFirstLastPara="1" tIns="45700" wrap="square">
            <a:normAutofit/>
          </a:bodyPr>
          <a:p>
            <a:pPr algn="l" indent="-228600" lvl="0" marL="457200" rtl="0">
              <a:lnSpc>
                <a:spcPct val="90000"/>
              </a:lnSpc>
              <a:spcBef>
                <a:spcPts val="1000"/>
              </a:spcBef>
              <a:spcAft>
                <a:spcPts val="0"/>
              </a:spcAft>
              <a:buClr>
                <a:schemeClr val="dk1"/>
              </a:buClr>
              <a:buSzPts val="1800"/>
              <a:buNone/>
            </a:pPr>
            <a:r>
              <a:t/>
            </a:r>
          </a:p>
        </p:txBody>
      </p:sp>
      <p:pic>
        <p:nvPicPr>
          <p:cNvPr id="2097183" name="Google Shape;240;p34"/>
          <p:cNvPicPr preferRelativeResize="0">
            <a:picLocks/>
          </p:cNvPicPr>
          <p:nvPr/>
        </p:nvPicPr>
        <p:blipFill rotWithShape="1">
          <a:blip xmlns:r="http://schemas.openxmlformats.org/officeDocument/2006/relationships" r:embed="rId1">
            <a:alphaModFix/>
          </a:blip>
          <a:srcRect l="0" t="0" r="0" b="0"/>
          <a:stretch>
            <a:fillRect/>
          </a:stretch>
        </p:blipFill>
        <p:spPr>
          <a:xfrm>
            <a:off x="7133318" y="222810"/>
            <a:ext cx="4651940" cy="6412380"/>
          </a:xfrm>
          <a:prstGeom prst="rect"/>
          <a:noFill/>
          <a:ln w="9525" cap="flat" cmpd="sng">
            <a:solidFill>
              <a:srgbClr val="0070C0"/>
            </a:solidFill>
            <a:prstDash val="solid"/>
            <a:round/>
            <a:headEnd type="none" w="sm" len="sm"/>
            <a:tailEnd type="none" w="sm" len="sm"/>
          </a:ln>
        </p:spPr>
      </p:pic>
      <p:sp>
        <p:nvSpPr>
          <p:cNvPr id="1048677" name="Google Shape;241;p34"/>
          <p:cNvSpPr/>
          <p:nvPr/>
        </p:nvSpPr>
        <p:spPr>
          <a:xfrm>
            <a:off x="7315200" y="3429000"/>
            <a:ext cx="1678675" cy="160361"/>
          </a:xfrm>
          <a:prstGeom prst="ellipse"/>
          <a:noFill/>
          <a:ln w="25400" cap="flat" cmpd="sng">
            <a:solidFill>
              <a:srgbClr val="FF0000"/>
            </a:solidFill>
            <a:prstDash val="solid"/>
            <a:round/>
            <a:headEnd type="none" w="sm" len="sm"/>
            <a:tailEnd type="none" w="sm" len="sm"/>
          </a:ln>
        </p:spPr>
        <p:txBody>
          <a:bodyPr anchor="ctr" anchorCtr="0" bIns="45700" lIns="91425" rIns="91425" spcFirstLastPara="1" tIns="45700" wrap="square">
            <a:noAutofit/>
          </a:bodyPr>
          <a:p>
            <a:pPr algn="ctr" indent="0" lvl="0" marL="0" marR="0" rtl="0">
              <a:lnSpc>
                <a:spcPct val="100000"/>
              </a:lnSpc>
              <a:spcBef>
                <a:spcPts val="0"/>
              </a:spcBef>
              <a:spcAft>
                <a:spcPts val="0"/>
              </a:spcAft>
              <a:buNone/>
            </a:pPr>
            <a:r>
              <a:t/>
            </a:r>
            <a:endParaRPr b="0" cap="none" sz="1400" i="0" strike="noStrike" u="none">
              <a:solidFill>
                <a:schemeClr val="lt1"/>
              </a:solidFill>
              <a:latin typeface="Arial"/>
              <a:ea typeface="Arial"/>
              <a:cs typeface="Arial"/>
              <a:sym typeface="Arial"/>
            </a:endParaRPr>
          </a:p>
        </p:txBody>
      </p:sp>
      <p:pic>
        <p:nvPicPr>
          <p:cNvPr id="2097184" name="Google Shape;242;p34"/>
          <p:cNvPicPr preferRelativeResize="0">
            <a:picLocks/>
          </p:cNvPicPr>
          <p:nvPr/>
        </p:nvPicPr>
        <p:blipFill rotWithShape="1">
          <a:blip xmlns:r="http://schemas.openxmlformats.org/officeDocument/2006/relationships" r:embed="rId2">
            <a:alphaModFix/>
          </a:blip>
          <a:srcRect l="0" t="0" r="0" b="0"/>
          <a:stretch>
            <a:fillRect/>
          </a:stretch>
        </p:blipFill>
        <p:spPr>
          <a:xfrm>
            <a:off x="165297" y="1761427"/>
            <a:ext cx="6968021" cy="4351338"/>
          </a:xfrm>
          <a:prstGeom prst="rect"/>
          <a:noFill/>
          <a:ln w="9525" cap="flat" cmpd="sng">
            <a:solidFill>
              <a:srgbClr val="0070C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00" name="Shape 246"/>
        <p:cNvGrpSpPr/>
        <p:nvPr/>
      </p:nvGrpSpPr>
      <p:grpSpPr>
        <a:xfrm>
          <a:off x="0" y="0"/>
          <a:ext cx="0" cy="0"/>
          <a:chOff x="0" y="0"/>
          <a:chExt cx="0" cy="0"/>
        </a:xfrm>
      </p:grpSpPr>
      <p:sp>
        <p:nvSpPr>
          <p:cNvPr id="1048680" name="Google Shape;247;p16"/>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lang="en-US"/>
              <a:t>Latihan 4</a:t>
            </a:r>
          </a:p>
        </p:txBody>
      </p:sp>
      <p:sp>
        <p:nvSpPr>
          <p:cNvPr id="1048681" name="Google Shape;248;p16"/>
          <p:cNvSpPr txBox="1"/>
          <p:nvPr>
            <p:ph type="body" idx="1"/>
          </p:nvPr>
        </p:nvSpPr>
        <p:spPr>
          <a:xfrm>
            <a:off x="611125" y="1848325"/>
            <a:ext cx="6231300" cy="4351200"/>
          </a:xfrm>
          <a:prstGeom prst="rect"/>
          <a:noFill/>
          <a:ln>
            <a:noFill/>
          </a:ln>
        </p:spPr>
        <p:txBody>
          <a:bodyPr anchor="t" anchorCtr="0" bIns="45700" lIns="91425" rIns="91425" spcFirstLastPara="1" tIns="45700" wrap="square">
            <a:noAutofit/>
          </a:bodyPr>
          <a:p>
            <a:pPr algn="l" indent="-400050" lvl="0" marL="635000" rtl="0">
              <a:lnSpc>
                <a:spcPct val="90000"/>
              </a:lnSpc>
              <a:spcBef>
                <a:spcPts val="0"/>
              </a:spcBef>
              <a:spcAft>
                <a:spcPts val="0"/>
              </a:spcAft>
              <a:buSzPts val="1900"/>
              <a:buChar char="•"/>
            </a:pPr>
            <a:r>
              <a:rPr sz="1900" lang="en-US"/>
              <a:t>Perhatikan hasilnya, pada saat menampilkan object mahasiswa_1 dari class MahasiswaTransfer, variable </a:t>
            </a:r>
            <a:r>
              <a:rPr b="1" sz="1900" lang="en-US"/>
              <a:t>status</a:t>
            </a:r>
            <a:r>
              <a:rPr sz="1900" lang="en-US"/>
              <a:t> isinya kosong. </a:t>
            </a:r>
            <a:endParaRPr sz="1900"/>
          </a:p>
          <a:p>
            <a:pPr algn="l" indent="-279400" lvl="0" marL="635000" rtl="0">
              <a:lnSpc>
                <a:spcPct val="90000"/>
              </a:lnSpc>
              <a:spcBef>
                <a:spcPts val="0"/>
              </a:spcBef>
              <a:spcAft>
                <a:spcPts val="0"/>
              </a:spcAft>
              <a:buSzPts val="2800"/>
              <a:buNone/>
            </a:pPr>
            <a:r>
              <a:t/>
            </a:r>
            <a:endParaRPr sz="1900"/>
          </a:p>
          <a:p>
            <a:pPr algn="l" indent="-400050" lvl="0" marL="635000" rtl="0">
              <a:lnSpc>
                <a:spcPct val="90000"/>
              </a:lnSpc>
              <a:spcBef>
                <a:spcPts val="0"/>
              </a:spcBef>
              <a:spcAft>
                <a:spcPts val="0"/>
              </a:spcAft>
              <a:buSzPts val="1900"/>
              <a:buChar char="•"/>
            </a:pPr>
            <a:r>
              <a:rPr sz="1900" lang="en-US"/>
              <a:t>Ini terjadi karena ada kesalahan pada saat variable </a:t>
            </a:r>
            <a:r>
              <a:rPr b="1" sz="1900" lang="en-US"/>
              <a:t>status</a:t>
            </a:r>
            <a:r>
              <a:rPr sz="1900" lang="en-US"/>
              <a:t> diakses pada fungsi construct class MahasiswaTransfer. Variable </a:t>
            </a:r>
            <a:r>
              <a:rPr b="1" sz="1900" lang="en-US"/>
              <a:t>status </a:t>
            </a:r>
            <a:r>
              <a:rPr sz="1900" lang="en-US"/>
              <a:t>gagal diberi nilai ‘Tidak Aktif’ disini karena variable ini merupakan variable </a:t>
            </a:r>
            <a:r>
              <a:rPr b="1" sz="1900" lang="en-US"/>
              <a:t>private</a:t>
            </a:r>
            <a:r>
              <a:rPr sz="1900" lang="en-US"/>
              <a:t> milik parentnya yaitu class Mahasiswa, sehingga MahasiswaTransfer sebagai child tidak bisa mengaksesnya. </a:t>
            </a:r>
            <a:endParaRPr sz="1900"/>
          </a:p>
          <a:p>
            <a:pPr algn="l" indent="-279400" lvl="0" marL="635000" rtl="0">
              <a:lnSpc>
                <a:spcPct val="90000"/>
              </a:lnSpc>
              <a:spcBef>
                <a:spcPts val="0"/>
              </a:spcBef>
              <a:spcAft>
                <a:spcPts val="0"/>
              </a:spcAft>
              <a:buSzPts val="2800"/>
              <a:buNone/>
            </a:pPr>
            <a:r>
              <a:t/>
            </a:r>
            <a:endParaRPr sz="1900"/>
          </a:p>
          <a:p>
            <a:pPr algn="l" indent="-400050" lvl="0" marL="635000" rtl="0">
              <a:lnSpc>
                <a:spcPct val="90000"/>
              </a:lnSpc>
              <a:spcBef>
                <a:spcPts val="0"/>
              </a:spcBef>
              <a:spcAft>
                <a:spcPts val="0"/>
              </a:spcAft>
              <a:buSzPts val="1900"/>
              <a:buChar char="•"/>
            </a:pPr>
            <a:r>
              <a:rPr sz="1900" lang="en-US"/>
              <a:t>Supaya variable parent bisa diakses oleh childnya, Access Modifier variable tersebut harus diubah misalnya menjadi </a:t>
            </a:r>
            <a:r>
              <a:rPr b="1" sz="1900" lang="en-US"/>
              <a:t>protected</a:t>
            </a:r>
            <a:r>
              <a:rPr sz="1900" lang="en-US"/>
              <a:t>.</a:t>
            </a:r>
            <a:endParaRPr sz="1900"/>
          </a:p>
        </p:txBody>
      </p:sp>
      <p:pic>
        <p:nvPicPr>
          <p:cNvPr id="2097185" name="Google Shape;249;p16"/>
          <p:cNvPicPr preferRelativeResize="0">
            <a:picLocks/>
          </p:cNvPicPr>
          <p:nvPr/>
        </p:nvPicPr>
        <p:blipFill rotWithShape="1">
          <a:blip xmlns:r="http://schemas.openxmlformats.org/officeDocument/2006/relationships" r:embed="rId1">
            <a:alphaModFix/>
          </a:blip>
          <a:srcRect l="0" t="0" r="0" b="0"/>
          <a:stretch>
            <a:fillRect/>
          </a:stretch>
        </p:blipFill>
        <p:spPr>
          <a:xfrm>
            <a:off x="7363591" y="167392"/>
            <a:ext cx="4696480" cy="6325483"/>
          </a:xfrm>
          <a:prstGeom prst="rect"/>
          <a:noFill/>
          <a:ln w="9525" cap="flat" cmpd="sng">
            <a:solidFill>
              <a:srgbClr val="0070C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03" name="Shape 253"/>
        <p:cNvGrpSpPr/>
        <p:nvPr/>
      </p:nvGrpSpPr>
      <p:grpSpPr>
        <a:xfrm>
          <a:off x="0" y="0"/>
          <a:ext cx="0" cy="0"/>
          <a:chOff x="0" y="0"/>
          <a:chExt cx="0" cy="0"/>
        </a:xfrm>
      </p:grpSpPr>
      <p:sp>
        <p:nvSpPr>
          <p:cNvPr id="1048684" name="Google Shape;254;p35"/>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lang="en-US"/>
              <a:t>Latihan 4</a:t>
            </a:r>
          </a:p>
        </p:txBody>
      </p:sp>
      <p:sp>
        <p:nvSpPr>
          <p:cNvPr id="1048685" name="Google Shape;255;p35"/>
          <p:cNvSpPr txBox="1"/>
          <p:nvPr>
            <p:ph type="body" idx="1"/>
          </p:nvPr>
        </p:nvSpPr>
        <p:spPr>
          <a:xfrm>
            <a:off x="838200" y="2670623"/>
            <a:ext cx="6340500" cy="3506400"/>
          </a:xfrm>
          <a:prstGeom prst="rect"/>
          <a:noFill/>
          <a:ln>
            <a:noFill/>
          </a:ln>
        </p:spPr>
        <p:txBody>
          <a:bodyPr anchor="t" anchorCtr="0" bIns="45700" lIns="91425" rIns="91425" spcFirstLastPara="1" tIns="45700" wrap="square">
            <a:normAutofit/>
          </a:bodyPr>
          <a:p>
            <a:pPr algn="l" indent="0" lvl="0" marL="0" rtl="0">
              <a:lnSpc>
                <a:spcPct val="90000"/>
              </a:lnSpc>
              <a:spcBef>
                <a:spcPts val="1000"/>
              </a:spcBef>
              <a:spcAft>
                <a:spcPts val="0"/>
              </a:spcAft>
              <a:buNone/>
            </a:pPr>
            <a:r>
              <a:rPr sz="2100" lang="en-US"/>
              <a:t>Setelah Access Modifier variable </a:t>
            </a:r>
            <a:r>
              <a:rPr b="1" sz="2100" lang="en-US"/>
              <a:t>status</a:t>
            </a:r>
            <a:r>
              <a:rPr sz="2100" lang="en-US"/>
              <a:t> pada parent class diubah menjadi </a:t>
            </a:r>
            <a:r>
              <a:rPr b="1" sz="2100" lang="en-US"/>
              <a:t>protected</a:t>
            </a:r>
            <a:r>
              <a:rPr sz="2100" lang="en-US"/>
              <a:t>, variable ini dapat diberi nilai oleh child class (di constructor class MahasiswaTransfer) sehingga nilai variable ini tidak kosong lagi pada saat ditampilkan.</a:t>
            </a:r>
            <a:endParaRPr sz="2500"/>
          </a:p>
        </p:txBody>
      </p:sp>
      <p:pic>
        <p:nvPicPr>
          <p:cNvPr id="2097186" name="Google Shape;256;p35"/>
          <p:cNvPicPr preferRelativeResize="0">
            <a:picLocks/>
          </p:cNvPicPr>
          <p:nvPr/>
        </p:nvPicPr>
        <p:blipFill rotWithShape="1">
          <a:blip xmlns:r="http://schemas.openxmlformats.org/officeDocument/2006/relationships" r:embed="rId1">
            <a:alphaModFix/>
          </a:blip>
          <a:srcRect l="0" t="0" r="0" b="0"/>
          <a:stretch>
            <a:fillRect/>
          </a:stretch>
        </p:blipFill>
        <p:spPr>
          <a:xfrm>
            <a:off x="7533564" y="253094"/>
            <a:ext cx="4428479" cy="6056851"/>
          </a:xfrm>
          <a:prstGeom prst="rect"/>
          <a:noFill/>
          <a:ln w="9525" cap="flat" cmpd="sng">
            <a:solidFill>
              <a:srgbClr val="0070C0"/>
            </a:solidFill>
            <a:prstDash val="solid"/>
            <a:round/>
            <a:headEnd type="none" w="sm" len="sm"/>
            <a:tailEnd type="none" w="sm" len="sm"/>
          </a:ln>
        </p:spPr>
      </p:pic>
      <p:sp>
        <p:nvSpPr>
          <p:cNvPr id="1048686" name="Google Shape;257;p35"/>
          <p:cNvSpPr/>
          <p:nvPr/>
        </p:nvSpPr>
        <p:spPr>
          <a:xfrm>
            <a:off x="7533564" y="3268639"/>
            <a:ext cx="1678675" cy="160361"/>
          </a:xfrm>
          <a:prstGeom prst="ellipse"/>
          <a:noFill/>
          <a:ln w="25400" cap="flat" cmpd="sng">
            <a:solidFill>
              <a:srgbClr val="92D050"/>
            </a:solidFill>
            <a:prstDash val="solid"/>
            <a:round/>
            <a:headEnd type="none" w="sm" len="sm"/>
            <a:tailEnd type="none" w="sm" len="sm"/>
          </a:ln>
        </p:spPr>
        <p:txBody>
          <a:bodyPr anchor="ctr" anchorCtr="0" bIns="45700" lIns="91425" rIns="91425" spcFirstLastPara="1" tIns="45700" wrap="square">
            <a:noAutofit/>
          </a:bodyPr>
          <a:p>
            <a:pPr algn="ctr" indent="0" lvl="0" marL="0" marR="0" rtl="0">
              <a:lnSpc>
                <a:spcPct val="100000"/>
              </a:lnSpc>
              <a:spcBef>
                <a:spcPts val="0"/>
              </a:spcBef>
              <a:spcAft>
                <a:spcPts val="0"/>
              </a:spcAft>
              <a:buNone/>
            </a:pPr>
            <a:r>
              <a:t/>
            </a:r>
            <a:endParaRPr b="0" cap="none" sz="1400" i="0" strike="noStrike" u="none">
              <a:solidFill>
                <a:schemeClr val="lt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06" name="Shape 261"/>
        <p:cNvGrpSpPr/>
        <p:nvPr/>
      </p:nvGrpSpPr>
      <p:grpSpPr>
        <a:xfrm>
          <a:off x="0" y="0"/>
          <a:ext cx="0" cy="0"/>
          <a:chOff x="0" y="0"/>
          <a:chExt cx="0" cy="0"/>
        </a:xfrm>
      </p:grpSpPr>
      <p:sp>
        <p:nvSpPr>
          <p:cNvPr id="1048689" name="Google Shape;262;p17"/>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lang="en-US"/>
              <a:t>Latihan 4</a:t>
            </a:r>
          </a:p>
        </p:txBody>
      </p:sp>
      <p:sp>
        <p:nvSpPr>
          <p:cNvPr id="1048690" name="Google Shape;263;p17"/>
          <p:cNvSpPr txBox="1"/>
          <p:nvPr>
            <p:ph type="body" idx="1"/>
          </p:nvPr>
        </p:nvSpPr>
        <p:spPr>
          <a:xfrm>
            <a:off x="838200" y="1825625"/>
            <a:ext cx="10515600" cy="4351338"/>
          </a:xfrm>
          <a:prstGeom prst="rect"/>
          <a:noFill/>
          <a:ln>
            <a:noFill/>
          </a:ln>
        </p:spPr>
        <p:txBody>
          <a:bodyPr anchor="t" anchorCtr="0" bIns="45700" lIns="91425" rIns="91425" spcFirstLastPara="1" tIns="45700" wrap="square">
            <a:normAutofit lnSpcReduction="10000"/>
          </a:bodyPr>
          <a:p>
            <a:pPr algn="l" indent="-228600" lvl="0" marL="228600" rtl="0">
              <a:lnSpc>
                <a:spcPct val="90000"/>
              </a:lnSpc>
              <a:spcBef>
                <a:spcPts val="0"/>
              </a:spcBef>
              <a:spcAft>
                <a:spcPts val="0"/>
              </a:spcAft>
              <a:buClr>
                <a:schemeClr val="dk1"/>
              </a:buClr>
              <a:buSzPts val="2000"/>
              <a:buChar char="•"/>
            </a:pPr>
            <a:r>
              <a:rPr sz="2000" lang="en-US"/>
              <a:t>Ketika objek </a:t>
            </a:r>
            <a:r>
              <a:rPr b="1" sz="2000" lang="en-US"/>
              <a:t>mahasiswa</a:t>
            </a:r>
            <a:r>
              <a:rPr sz="2000" lang="en-US"/>
              <a:t>_1 dibuat, dia adalah bentukan dari class MahasiswaTransfer, sehingga wajib memberikan daftar_nilai sesuai yang ditentukan pada construct class MahasiswaTransfer. </a:t>
            </a:r>
            <a:br>
              <a:rPr sz="2000" lang="en-US"/>
            </a:br>
            <a:r>
              <a:rPr sz="2000" lang="en-US">
                <a:highlight>
                  <a:srgbClr val="FFFF00"/>
                </a:highlight>
              </a:rPr>
              <a:t>(index.php baris 15)</a:t>
            </a:r>
          </a:p>
          <a:p>
            <a:pPr algn="l" indent="-50800" lvl="0" marL="228600" rtl="0">
              <a:lnSpc>
                <a:spcPct val="90000"/>
              </a:lnSpc>
              <a:spcBef>
                <a:spcPts val="0"/>
              </a:spcBef>
              <a:spcAft>
                <a:spcPts val="0"/>
              </a:spcAft>
              <a:buClr>
                <a:schemeClr val="dk1"/>
              </a:buClr>
              <a:buSzPts val="2800"/>
              <a:buNone/>
            </a:pPr>
            <a:r>
              <a:t/>
            </a:r>
          </a:p>
          <a:p>
            <a:pPr algn="l" indent="-228600" lvl="0" marL="228600" rtl="0">
              <a:lnSpc>
                <a:spcPct val="90000"/>
              </a:lnSpc>
              <a:spcBef>
                <a:spcPts val="1000"/>
              </a:spcBef>
              <a:spcAft>
                <a:spcPts val="0"/>
              </a:spcAft>
              <a:buClr>
                <a:schemeClr val="dk1"/>
              </a:buClr>
              <a:buSzPts val="2000"/>
              <a:buChar char="•"/>
            </a:pPr>
            <a:r>
              <a:rPr sz="2000" lang="en-US"/>
              <a:t>Lalu mengisi data diri menggunakan </a:t>
            </a:r>
            <a:r>
              <a:rPr b="1" sz="2000" lang="en-US"/>
              <a:t>setData</a:t>
            </a:r>
            <a:r>
              <a:rPr sz="2000" lang="en-US"/>
              <a:t> yang dimiliki oleh parentnya yaitu class Mahasiswa. Fungsi dari parent dapat diturunkan ke child. </a:t>
            </a:r>
            <a:r>
              <a:rPr sz="2000" lang="en-US">
                <a:highlight>
                  <a:srgbClr val="FFFF00"/>
                </a:highlight>
              </a:rPr>
              <a:t>(index.php baris 20)</a:t>
            </a:r>
          </a:p>
          <a:p>
            <a:pPr algn="l" indent="-101600" lvl="0" marL="228600" rtl="0">
              <a:lnSpc>
                <a:spcPct val="90000"/>
              </a:lnSpc>
              <a:spcBef>
                <a:spcPts val="1000"/>
              </a:spcBef>
              <a:spcAft>
                <a:spcPts val="0"/>
              </a:spcAft>
              <a:buClr>
                <a:schemeClr val="dk1"/>
              </a:buClr>
              <a:buSzPts val="2000"/>
              <a:buNone/>
            </a:pPr>
            <a:r>
              <a:t/>
            </a:r>
            <a:endParaRPr sz="2000"/>
          </a:p>
          <a:p>
            <a:pPr algn="l" indent="-228600" lvl="0" marL="228600" rtl="0">
              <a:lnSpc>
                <a:spcPct val="90000"/>
              </a:lnSpc>
              <a:spcBef>
                <a:spcPts val="1000"/>
              </a:spcBef>
              <a:spcAft>
                <a:spcPts val="0"/>
              </a:spcAft>
              <a:buSzPts val="2000"/>
              <a:buChar char="•"/>
            </a:pPr>
            <a:r>
              <a:rPr sz="2000" lang="en-US"/>
              <a:t>Lalu menampilkan data diri menggunakan </a:t>
            </a:r>
            <a:r>
              <a:rPr b="1" sz="2000" lang="en-US"/>
              <a:t>getData</a:t>
            </a:r>
            <a:r>
              <a:rPr sz="2000" lang="en-US"/>
              <a:t> yang dimiliki oleh classnya sendiri MahasiswaTransfer (sebagai child). </a:t>
            </a:r>
            <a:r>
              <a:rPr sz="2000" lang="en-US">
                <a:highlight>
                  <a:srgbClr val="FFFF00"/>
                </a:highlight>
              </a:rPr>
              <a:t>(index.php baris 23)</a:t>
            </a:r>
          </a:p>
          <a:p>
            <a:pPr algn="l" indent="-101600" lvl="0" marL="228600" rtl="0">
              <a:lnSpc>
                <a:spcPct val="90000"/>
              </a:lnSpc>
              <a:spcBef>
                <a:spcPts val="1000"/>
              </a:spcBef>
              <a:spcAft>
                <a:spcPts val="0"/>
              </a:spcAft>
              <a:buSzPts val="2000"/>
              <a:buNone/>
            </a:pPr>
            <a:r>
              <a:t/>
            </a:r>
            <a:endParaRPr sz="2000">
              <a:highlight>
                <a:srgbClr val="FFFF00"/>
              </a:highlight>
            </a:endParaRPr>
          </a:p>
          <a:p>
            <a:pPr algn="l" indent="-228600" lvl="0" marL="228600" rtl="0">
              <a:lnSpc>
                <a:spcPct val="90000"/>
              </a:lnSpc>
              <a:spcBef>
                <a:spcPts val="1000"/>
              </a:spcBef>
              <a:spcAft>
                <a:spcPts val="0"/>
              </a:spcAft>
              <a:buSzPts val="2000"/>
              <a:buChar char="•"/>
            </a:pPr>
            <a:r>
              <a:rPr sz="2000" lang="en-US"/>
              <a:t>Fungsi getData sebenarnya juga ada di class Mahasiswa (parent), namun sudah mengalami </a:t>
            </a:r>
            <a:r>
              <a:rPr b="1" sz="2000" lang="en-US"/>
              <a:t>overriding</a:t>
            </a:r>
            <a:r>
              <a:rPr sz="2000" lang="en-US"/>
              <a:t> pada child class nya (MahasiswaTransfer), sehingga ketika pada index memanggil getData yang terpanggil adalah getData dari class MahasiswaTransfer (child). </a:t>
            </a:r>
            <a:r>
              <a:rPr sz="2000" lang="en-US">
                <a:highlight>
                  <a:srgbClr val="FFFF00"/>
                </a:highlight>
              </a:rPr>
              <a:t>(index.php baris 16)</a:t>
            </a:r>
            <a:endParaRPr sz="2000"/>
          </a:p>
          <a:p>
            <a:pPr algn="l" indent="-111125" lvl="0" marL="228600" rtl="0">
              <a:lnSpc>
                <a:spcPct val="90000"/>
              </a:lnSpc>
              <a:spcBef>
                <a:spcPts val="1000"/>
              </a:spcBef>
              <a:spcAft>
                <a:spcPts val="0"/>
              </a:spcAft>
              <a:buClr>
                <a:schemeClr val="dk1"/>
              </a:buClr>
              <a:buSzPts val="2000"/>
              <a:buNone/>
            </a:pPr>
            <a:r>
              <a:t/>
            </a:r>
            <a:endParaRPr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09" name="Shape 267"/>
        <p:cNvGrpSpPr/>
        <p:nvPr/>
      </p:nvGrpSpPr>
      <p:grpSpPr>
        <a:xfrm>
          <a:off x="0" y="0"/>
          <a:ext cx="0" cy="0"/>
          <a:chOff x="0" y="0"/>
          <a:chExt cx="0" cy="0"/>
        </a:xfrm>
      </p:grpSpPr>
      <p:sp>
        <p:nvSpPr>
          <p:cNvPr id="1048693" name="Google Shape;268;p36"/>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t/>
            </a:r>
          </a:p>
        </p:txBody>
      </p:sp>
      <p:sp>
        <p:nvSpPr>
          <p:cNvPr id="1048694" name="Google Shape;269;p36"/>
          <p:cNvSpPr txBox="1"/>
          <p:nvPr>
            <p:ph type="body" idx="1"/>
          </p:nvPr>
        </p:nvSpPr>
        <p:spPr>
          <a:xfrm>
            <a:off x="838200" y="1825625"/>
            <a:ext cx="10515600" cy="4351338"/>
          </a:xfrm>
          <a:prstGeom prst="rect"/>
          <a:noFill/>
          <a:ln>
            <a:noFill/>
          </a:ln>
        </p:spPr>
        <p:txBody>
          <a:bodyPr anchor="t" anchorCtr="0" bIns="45700" lIns="91425" rIns="91425" spcFirstLastPara="1" tIns="45700" wrap="square">
            <a:normAutofit/>
          </a:bodyPr>
          <a:p>
            <a:pPr algn="l" indent="-228600" lvl="0" marL="457200" rtl="0">
              <a:lnSpc>
                <a:spcPct val="90000"/>
              </a:lnSpc>
              <a:spcBef>
                <a:spcPts val="1000"/>
              </a:spcBef>
              <a:spcAft>
                <a:spcPts val="0"/>
              </a:spcAft>
              <a:buClr>
                <a:schemeClr val="dk1"/>
              </a:buClr>
              <a:buSzPts val="1800"/>
              <a:buNone/>
            </a:pPr>
            <a:r>
              <a:t/>
            </a:r>
          </a:p>
        </p:txBody>
      </p:sp>
      <p:pic>
        <p:nvPicPr>
          <p:cNvPr id="2097187" name="Google Shape;270;p36"/>
          <p:cNvPicPr preferRelativeResize="0">
            <a:picLocks/>
          </p:cNvPicPr>
          <p:nvPr/>
        </p:nvPicPr>
        <p:blipFill rotWithShape="1">
          <a:blip xmlns:r="http://schemas.openxmlformats.org/officeDocument/2006/relationships" r:embed="rId1">
            <a:alphaModFix/>
          </a:blip>
          <a:srcRect l="0" t="0" r="0" b="0"/>
          <a:stretch>
            <a:fillRect/>
          </a:stretch>
        </p:blipFill>
        <p:spPr>
          <a:xfrm>
            <a:off x="508808" y="271022"/>
            <a:ext cx="11174384" cy="6315956"/>
          </a:xfrm>
          <a:prstGeom prst="rect"/>
          <a:noFill/>
          <a:ln w="9525" cap="flat" cmpd="sng">
            <a:solidFill>
              <a:srgbClr val="0070C0"/>
            </a:solidFill>
            <a:prstDash val="solid"/>
            <a:round/>
            <a:headEnd type="none" w="sm" len="sm"/>
            <a:tailEnd type="none" w="sm" len="sm"/>
          </a:ln>
        </p:spPr>
      </p:pic>
      <p:sp>
        <p:nvSpPr>
          <p:cNvPr id="1048695" name="Google Shape;271;p36"/>
          <p:cNvSpPr/>
          <p:nvPr/>
        </p:nvSpPr>
        <p:spPr>
          <a:xfrm>
            <a:off x="1091150" y="4566775"/>
            <a:ext cx="2883900" cy="1703100"/>
          </a:xfrm>
          <a:prstGeom prst="rect"/>
          <a:noFill/>
          <a:ln w="9525" cap="flat" cmpd="sng">
            <a:solidFill>
              <a:srgbClr val="00FF00"/>
            </a:solidFill>
            <a:prstDash val="solid"/>
            <a:round/>
            <a:headEnd type="none" w="sm" len="sm"/>
            <a:tailEnd type="none" w="sm" len="sm"/>
          </a:ln>
        </p:spPr>
        <p:txBody>
          <a:bodyPr anchor="ctr" anchorCtr="0" bIns="91425" lIns="91425" rIns="91425" spcFirstLastPara="1" tIns="91425" wrap="square">
            <a:noAutofit/>
          </a:bodyPr>
          <a:p>
            <a:pPr algn="ctr" indent="0" lvl="0" marL="0" rtl="0">
              <a:spcBef>
                <a:spcPts val="0"/>
              </a:spcBef>
              <a:spcAft>
                <a:spcPts val="0"/>
              </a:spcAft>
              <a:buNone/>
            </a:pPr>
            <a:r>
              <a:t/>
            </a:r>
            <a:endParaRPr>
              <a:latin typeface="Calibri"/>
              <a:ea typeface="Calibri"/>
              <a:cs typeface="Calibri"/>
              <a:sym typeface="Calibri"/>
            </a:endParaRPr>
          </a:p>
        </p:txBody>
      </p:sp>
      <p:sp>
        <p:nvSpPr>
          <p:cNvPr id="1048696" name="Google Shape;272;p36"/>
          <p:cNvSpPr/>
          <p:nvPr/>
        </p:nvSpPr>
        <p:spPr>
          <a:xfrm>
            <a:off x="6806150" y="4719175"/>
            <a:ext cx="3107400" cy="1176000"/>
          </a:xfrm>
          <a:prstGeom prst="rect"/>
          <a:noFill/>
          <a:ln w="9525" cap="flat" cmpd="sng">
            <a:solidFill>
              <a:srgbClr val="00FF00"/>
            </a:solidFill>
            <a:prstDash val="solid"/>
            <a:round/>
            <a:headEnd type="none" w="sm" len="sm"/>
            <a:tailEnd type="none" w="sm" len="sm"/>
          </a:ln>
        </p:spPr>
        <p:txBody>
          <a:bodyPr anchor="ctr" anchorCtr="0" bIns="91425" lIns="91425" rIns="91425" spcFirstLastPara="1" tIns="91425" wrap="square">
            <a:noAutofit/>
          </a:bodyPr>
          <a:p>
            <a:pPr algn="ctr" indent="0" lvl="0" marL="0" rtl="0">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12" name="Shape 276"/>
        <p:cNvGrpSpPr/>
        <p:nvPr/>
      </p:nvGrpSpPr>
      <p:grpSpPr>
        <a:xfrm>
          <a:off x="0" y="0"/>
          <a:ext cx="0" cy="0"/>
          <a:chOff x="0" y="0"/>
          <a:chExt cx="0" cy="0"/>
        </a:xfrm>
      </p:grpSpPr>
      <p:sp>
        <p:nvSpPr>
          <p:cNvPr id="1048699" name="Google Shape;277;p37"/>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sz="4400" lang="en-US"/>
              <a:t>Polymorphism</a:t>
            </a:r>
          </a:p>
        </p:txBody>
      </p:sp>
      <p:sp>
        <p:nvSpPr>
          <p:cNvPr id="1048700" name="Google Shape;278;p37"/>
          <p:cNvSpPr txBox="1"/>
          <p:nvPr>
            <p:ph type="body" idx="1"/>
          </p:nvPr>
        </p:nvSpPr>
        <p:spPr>
          <a:xfrm>
            <a:off x="838200" y="1825625"/>
            <a:ext cx="10278900" cy="4351200"/>
          </a:xfrm>
          <a:prstGeom prst="rect"/>
          <a:noFill/>
          <a:ln>
            <a:noFill/>
          </a:ln>
        </p:spPr>
        <p:txBody>
          <a:bodyPr anchor="t" anchorCtr="0" bIns="45700" lIns="91425" rIns="91425" spcFirstLastPara="1" tIns="45700" wrap="square">
            <a:normAutofit lnSpcReduction="10000"/>
          </a:bodyPr>
          <a:p>
            <a:pPr algn="l" indent="-342900" lvl="0" marL="457200" rtl="0">
              <a:lnSpc>
                <a:spcPct val="100000"/>
              </a:lnSpc>
              <a:spcBef>
                <a:spcPts val="1000"/>
              </a:spcBef>
              <a:spcAft>
                <a:spcPts val="0"/>
              </a:spcAft>
              <a:buSzPts val="1800"/>
              <a:buChar char="•"/>
            </a:pPr>
            <a:r>
              <a:rPr sz="1800" lang="en-US"/>
              <a:t>Sebuah class turunan (child) dapat memiliki sifat yang berbeda dengan class induknya (parent). Hal ini dapat dilakukan dengan cara</a:t>
            </a:r>
            <a:endParaRPr sz="1800"/>
          </a:p>
          <a:p>
            <a:pPr algn="l" indent="-419100" lvl="1" marL="1028700" rtl="0">
              <a:lnSpc>
                <a:spcPct val="100000"/>
              </a:lnSpc>
              <a:spcBef>
                <a:spcPts val="500"/>
              </a:spcBef>
              <a:spcAft>
                <a:spcPts val="0"/>
              </a:spcAft>
              <a:buSzPts val="1200"/>
              <a:buFont typeface="Arial"/>
              <a:buAutoNum type="arabicPeriod"/>
            </a:pPr>
            <a:r>
              <a:rPr b="1" sz="1800" lang="en-US"/>
              <a:t>Overriding</a:t>
            </a:r>
            <a:endParaRPr sz="1800"/>
          </a:p>
          <a:p>
            <a:pPr algn="l" indent="0" lvl="2" marL="1028700" rtl="0">
              <a:lnSpc>
                <a:spcPct val="100000"/>
              </a:lnSpc>
              <a:spcBef>
                <a:spcPts val="500"/>
              </a:spcBef>
              <a:spcAft>
                <a:spcPts val="0"/>
              </a:spcAft>
              <a:buSzPts val="1800"/>
              <a:buNone/>
            </a:pPr>
            <a:r>
              <a:rPr sz="1800" lang="en-US"/>
              <a:t>Method child class sama dengan method parent class, parameternya sama tetapi pernyataan atau implementasinya berbeda.</a:t>
            </a:r>
            <a:endParaRPr sz="1800"/>
          </a:p>
          <a:p>
            <a:pPr algn="l" indent="0" lvl="2" marL="1028700" rtl="0">
              <a:lnSpc>
                <a:spcPct val="100000"/>
              </a:lnSpc>
              <a:spcBef>
                <a:spcPts val="500"/>
              </a:spcBef>
              <a:spcAft>
                <a:spcPts val="0"/>
              </a:spcAft>
              <a:buSzPts val="1800"/>
              <a:buNone/>
            </a:pPr>
            <a:r>
              <a:rPr sz="1800" lang="en-US"/>
              <a:t>Contoh : </a:t>
            </a:r>
            <a:endParaRPr sz="1800"/>
          </a:p>
          <a:p>
            <a:pPr algn="l" indent="0" lvl="2" marL="1028700" rtl="0">
              <a:lnSpc>
                <a:spcPct val="100000"/>
              </a:lnSpc>
              <a:spcBef>
                <a:spcPts val="500"/>
              </a:spcBef>
              <a:spcAft>
                <a:spcPts val="0"/>
              </a:spcAft>
              <a:buSzPts val="1800"/>
              <a:buNone/>
            </a:pPr>
            <a:r>
              <a:rPr sz="1800" lang="en-US"/>
              <a:t>fungsi </a:t>
            </a:r>
            <a:r>
              <a:rPr b="1" sz="1800" lang="en-US"/>
              <a:t>getData</a:t>
            </a:r>
            <a:r>
              <a:rPr sz="1800" lang="en-US"/>
              <a:t> pada class Mahasiswa (parent) menampilkan nilai dari 6 variable, kemudian pada childnya yaitu class MahasiswaTransfer, fungsi ini di-override dengan mengubah codenya sehingga dapat menampilkan </a:t>
            </a:r>
            <a:r>
              <a:rPr sz="1800" lang="en-US"/>
              <a:t>nilai dari</a:t>
            </a:r>
            <a:r>
              <a:rPr sz="1800" lang="en-US"/>
              <a:t> 8 </a:t>
            </a:r>
            <a:r>
              <a:rPr sz="1800" lang="en-US"/>
              <a:t>variable</a:t>
            </a:r>
            <a:r>
              <a:rPr sz="1800" lang="en-US"/>
              <a:t>.</a:t>
            </a:r>
            <a:endParaRPr sz="1800"/>
          </a:p>
          <a:p>
            <a:pPr algn="l" indent="0" lvl="2" marL="1028700" rtl="0">
              <a:lnSpc>
                <a:spcPct val="100000"/>
              </a:lnSpc>
              <a:spcBef>
                <a:spcPts val="500"/>
              </a:spcBef>
              <a:spcAft>
                <a:spcPts val="0"/>
              </a:spcAft>
              <a:buSzPts val="1800"/>
              <a:buNone/>
            </a:pPr>
            <a:r>
              <a:t/>
            </a:r>
            <a:endParaRPr sz="1800"/>
          </a:p>
          <a:p>
            <a:pPr algn="l" indent="-419100" lvl="1" marL="1028700" rtl="0">
              <a:lnSpc>
                <a:spcPct val="100000"/>
              </a:lnSpc>
              <a:spcBef>
                <a:spcPts val="500"/>
              </a:spcBef>
              <a:spcAft>
                <a:spcPts val="0"/>
              </a:spcAft>
              <a:buSzPts val="1200"/>
              <a:buFont typeface="Arial"/>
              <a:buAutoNum type="arabicPeriod"/>
            </a:pPr>
            <a:r>
              <a:rPr b="1" sz="1800" lang="en-US"/>
              <a:t>Overloading</a:t>
            </a:r>
            <a:endParaRPr sz="1800"/>
          </a:p>
          <a:p>
            <a:pPr algn="l" indent="0" lvl="2" marL="1028700" rtl="0">
              <a:lnSpc>
                <a:spcPct val="100000"/>
              </a:lnSpc>
              <a:spcBef>
                <a:spcPts val="500"/>
              </a:spcBef>
              <a:spcAft>
                <a:spcPts val="0"/>
              </a:spcAft>
              <a:buSzPts val="1800"/>
              <a:buNone/>
            </a:pPr>
            <a:r>
              <a:rPr sz="1800" lang="en-US"/>
              <a:t>Penafsiran PHP tentang overloading berbeda dengan kebanyakan bahasa berorientasi objek. Pada OOP selain menggunakan PHP, overloading biasanya dilakukan dengan membuat method dengan nama yang sama pada satu class, tetapi memiliki parameter yang berbeda (jumlah atau tipe datanya).</a:t>
            </a:r>
            <a:endParaRPr sz="1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15" name="Shape 282"/>
        <p:cNvGrpSpPr/>
        <p:nvPr/>
      </p:nvGrpSpPr>
      <p:grpSpPr>
        <a:xfrm>
          <a:off x="0" y="0"/>
          <a:ext cx="0" cy="0"/>
          <a:chOff x="0" y="0"/>
          <a:chExt cx="0" cy="0"/>
        </a:xfrm>
      </p:grpSpPr>
      <p:sp>
        <p:nvSpPr>
          <p:cNvPr id="1048703" name="Google Shape;283;p38"/>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sz="4400" lang="en-US"/>
              <a:t>Polymorphism</a:t>
            </a:r>
          </a:p>
        </p:txBody>
      </p:sp>
      <p:sp>
        <p:nvSpPr>
          <p:cNvPr id="1048704" name="Google Shape;284;p38"/>
          <p:cNvSpPr txBox="1"/>
          <p:nvPr>
            <p:ph type="body" idx="1"/>
          </p:nvPr>
        </p:nvSpPr>
        <p:spPr>
          <a:xfrm>
            <a:off x="838200" y="1825625"/>
            <a:ext cx="10515600" cy="4351338"/>
          </a:xfrm>
          <a:prstGeom prst="rect"/>
          <a:noFill/>
          <a:ln>
            <a:noFill/>
          </a:ln>
        </p:spPr>
        <p:txBody>
          <a:bodyPr anchor="t" anchorCtr="0" bIns="45700" lIns="91425" rIns="91425" spcFirstLastPara="1" tIns="45700" wrap="square">
            <a:normAutofit/>
          </a:bodyPr>
          <a:p>
            <a:pPr algn="l" indent="0" lvl="0" marL="0" rtl="0">
              <a:lnSpc>
                <a:spcPct val="90000"/>
              </a:lnSpc>
              <a:spcBef>
                <a:spcPts val="1000"/>
              </a:spcBef>
              <a:spcAft>
                <a:spcPts val="0"/>
              </a:spcAft>
              <a:buNone/>
            </a:pPr>
            <a:r>
              <a:rPr b="1" sz="2200" lang="en-US"/>
              <a:t>Overloading pada PHP</a:t>
            </a:r>
            <a:endParaRPr b="1" sz="2200"/>
          </a:p>
          <a:p>
            <a:pPr algn="l" indent="0" lvl="0" marL="114300" rtl="0">
              <a:lnSpc>
                <a:spcPct val="90000"/>
              </a:lnSpc>
              <a:spcBef>
                <a:spcPts val="1000"/>
              </a:spcBef>
              <a:spcAft>
                <a:spcPts val="0"/>
              </a:spcAft>
              <a:buSzPts val="1800"/>
              <a:buNone/>
            </a:pPr>
            <a:r>
              <a:rPr sz="2200" lang="en-US"/>
              <a:t>Pengertian overloading pada class PHP ditujukan untuk pembuatan property (variable) yang dinamis pada class PHP. Dengan overloading pada class PHP ini dapat membuat public variable baru maupun public method baru pada saat pembuatan object. </a:t>
            </a:r>
            <a:br>
              <a:rPr sz="2200" lang="en-US"/>
            </a:br>
            <a:endParaRPr sz="2200"/>
          </a:p>
          <a:p>
            <a:pPr algn="l" indent="0" lvl="0" marL="114300" rtl="0">
              <a:lnSpc>
                <a:spcPct val="90000"/>
              </a:lnSpc>
              <a:spcBef>
                <a:spcPts val="1000"/>
              </a:spcBef>
              <a:spcAft>
                <a:spcPts val="0"/>
              </a:spcAft>
              <a:buSzPts val="1800"/>
              <a:buNone/>
            </a:pPr>
            <a:r>
              <a:rPr sz="2200" lang="en-US"/>
              <a:t>Penggunaan overloading pada class PHP ini memungkinkan interaksi dengan variable dan method yang tidak didefinisikan sebagai public. Tentu saja harus berhati-hati supaya overloading tidak disalahgunakan untuk menset dan membaca property yang memang tidak diperbolehkan</a:t>
            </a:r>
            <a:endParaRPr sz="2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18" name="Shape 288"/>
        <p:cNvGrpSpPr/>
        <p:nvPr/>
      </p:nvGrpSpPr>
      <p:grpSpPr>
        <a:xfrm>
          <a:off x="0" y="0"/>
          <a:ext cx="0" cy="0"/>
          <a:chOff x="0" y="0"/>
          <a:chExt cx="0" cy="0"/>
        </a:xfrm>
      </p:grpSpPr>
      <p:sp>
        <p:nvSpPr>
          <p:cNvPr id="1048707" name="Google Shape;289;p39"/>
          <p:cNvSpPr txBox="1"/>
          <p:nvPr>
            <p:ph type="title"/>
          </p:nvPr>
        </p:nvSpPr>
        <p:spPr>
          <a:xfrm>
            <a:off x="838200" y="365125"/>
            <a:ext cx="10515600" cy="1325563"/>
          </a:xfrm>
          <a:prstGeom prst="rect"/>
          <a:noFill/>
          <a:ln>
            <a:noFill/>
          </a:ln>
        </p:spPr>
        <p:txBody>
          <a:bodyPr anchor="ctr" anchorCtr="0" bIns="45700" lIns="91425" rIns="91425" spcFirstLastPara="1" tIns="45700" wrap="square">
            <a:normAutofit/>
          </a:bodyPr>
          <a:p>
            <a:pPr algn="l" indent="0" lvl="0" marL="0" rtl="0">
              <a:lnSpc>
                <a:spcPct val="90000"/>
              </a:lnSpc>
              <a:spcBef>
                <a:spcPts val="0"/>
              </a:spcBef>
              <a:spcAft>
                <a:spcPts val="0"/>
              </a:spcAft>
              <a:buClr>
                <a:schemeClr val="dk1"/>
              </a:buClr>
              <a:buSzPts val="4400"/>
              <a:buFont typeface="Verdana"/>
              <a:buNone/>
            </a:pPr>
            <a:r>
              <a:rPr lang="en-US"/>
              <a:t>Polymorphism</a:t>
            </a:r>
          </a:p>
        </p:txBody>
      </p:sp>
      <p:sp>
        <p:nvSpPr>
          <p:cNvPr id="1048708" name="Google Shape;290;p39"/>
          <p:cNvSpPr txBox="1"/>
          <p:nvPr>
            <p:ph type="body" idx="1"/>
          </p:nvPr>
        </p:nvSpPr>
        <p:spPr>
          <a:xfrm>
            <a:off x="7560859" y="2606721"/>
            <a:ext cx="4394579" cy="3570241"/>
          </a:xfrm>
          <a:prstGeom prst="rect"/>
          <a:noFill/>
          <a:ln>
            <a:noFill/>
          </a:ln>
        </p:spPr>
        <p:txBody>
          <a:bodyPr anchor="t" anchorCtr="0" bIns="45700" lIns="91425" rIns="91425" spcFirstLastPara="1" tIns="45700" wrap="square">
            <a:normAutofit/>
          </a:bodyPr>
          <a:p>
            <a:pPr algn="l" indent="0" lvl="0" marL="114300" rtl="0">
              <a:lnSpc>
                <a:spcPct val="90000"/>
              </a:lnSpc>
              <a:spcBef>
                <a:spcPts val="1000"/>
              </a:spcBef>
              <a:spcAft>
                <a:spcPts val="0"/>
              </a:spcAft>
              <a:buSzPts val="1800"/>
              <a:buNone/>
            </a:pPr>
            <a:r>
              <a:rPr lang="en-US"/>
              <a:t>referensi </a:t>
            </a:r>
            <a:r>
              <a:rPr sz="2000" lang="en-US" u="sng">
                <a:solidFill>
                  <a:schemeClr val="hlink"/>
                </a:solidFill>
                <a:hlinkClick r:id="rId1"/>
              </a:rPr>
              <a:t>https://www.php.net/manual/en/</a:t>
            </a:r>
            <a:br>
              <a:rPr sz="2000" lang="en-US" u="sng">
                <a:solidFill>
                  <a:schemeClr val="hlink"/>
                </a:solidFill>
                <a:hlinkClick r:id="rId1"/>
              </a:rPr>
            </a:br>
            <a:r>
              <a:rPr sz="2000" lang="en-US" u="sng">
                <a:solidFill>
                  <a:schemeClr val="hlink"/>
                </a:solidFill>
                <a:hlinkClick r:id="rId1"/>
              </a:rPr>
              <a:t>language.oop5.overloading.php</a:t>
            </a:r>
            <a:r>
              <a:rPr sz="2000" lang="en-US"/>
              <a:t> </a:t>
            </a:r>
          </a:p>
        </p:txBody>
      </p:sp>
      <p:pic>
        <p:nvPicPr>
          <p:cNvPr id="2097188" name="Google Shape;291;p39"/>
          <p:cNvPicPr preferRelativeResize="0">
            <a:picLocks/>
          </p:cNvPicPr>
          <p:nvPr/>
        </p:nvPicPr>
        <p:blipFill rotWithShape="1">
          <a:blip xmlns:r="http://schemas.openxmlformats.org/officeDocument/2006/relationships" r:embed="rId2">
            <a:alphaModFix/>
          </a:blip>
          <a:srcRect l="0" t="0" r="0" b="0"/>
          <a:stretch>
            <a:fillRect/>
          </a:stretch>
        </p:blipFill>
        <p:spPr>
          <a:xfrm>
            <a:off x="838201" y="1790472"/>
            <a:ext cx="6381465" cy="2610254"/>
          </a:xfrm>
          <a:prstGeom prst="rect"/>
          <a:noFill/>
          <a:ln>
            <a:noFill/>
          </a:ln>
        </p:spPr>
      </p:pic>
      <p:pic>
        <p:nvPicPr>
          <p:cNvPr id="2097189" name="Google Shape;292;p39"/>
          <p:cNvPicPr preferRelativeResize="0">
            <a:picLocks/>
          </p:cNvPicPr>
          <p:nvPr/>
        </p:nvPicPr>
        <p:blipFill rotWithShape="1">
          <a:blip xmlns:r="http://schemas.openxmlformats.org/officeDocument/2006/relationships" r:embed="rId3">
            <a:alphaModFix/>
          </a:blip>
          <a:srcRect l="0" t="0" r="0" b="0"/>
          <a:stretch>
            <a:fillRect/>
          </a:stretch>
        </p:blipFill>
        <p:spPr>
          <a:xfrm>
            <a:off x="838199" y="4500510"/>
            <a:ext cx="8011643" cy="1800476"/>
          </a:xfrm>
          <a:prstGeom prst="rect"/>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creator>Adhitya Nugraha</dc:creator>
  <dcterms:created xsi:type="dcterms:W3CDTF">2023-06-22T12:43:40Z</dcterms:created>
  <dcterms:modified xsi:type="dcterms:W3CDTF">2026-03-16T03:10:06Z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b16cace5363b4876bde91f63da7acec9</vt:lpwstr>
  </property>
</Properties>
</file>